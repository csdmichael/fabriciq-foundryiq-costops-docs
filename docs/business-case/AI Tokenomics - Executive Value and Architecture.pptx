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 id="2734" r:id="rId14"/>
    <p:sldId id="2947" r:id="rId15"/>
    <p:sldId id="316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95579C-5366-4F5D-AC85-4DCA76B69EAB}" v="31" dt="2026-09-24T17:36:11.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495579C-5366-4F5D-AC85-4DCA76B69EAB}"/>
    <pc:docChg chg="mod addSld modSld modMainMaster setSldSz">
      <pc:chgData name="" userId="" providerId="" clId="Web-{3495579C-5366-4F5D-AC85-4DCA76B69EAB}" dt="2026-09-24T17:36:11.684" v="77" actId="34807"/>
      <pc:docMkLst>
        <pc:docMk/>
      </pc:docMkLst>
      <pc:sldChg chg="addSp delSp modSp mod setBg modNotesTx">
        <pc:chgData name="" userId="" providerId="" clId="Web-{3495579C-5366-4F5D-AC85-4DCA76B69EAB}" dt="2026-09-24T17:25:21.223" v="54" actId="34807"/>
        <pc:sldMkLst>
          <pc:docMk/>
          <pc:sldMk cId="0" sldId="256"/>
        </pc:sldMkLst>
        <pc:spChg chg="add del mod">
          <ac:chgData name="" userId="" providerId="" clId="Web-{3495579C-5366-4F5D-AC85-4DCA76B69EAB}" dt="2026-09-24T17:19:47.507" v="7" actId="34807"/>
          <ac:spMkLst>
            <pc:docMk/>
            <pc:sldMk cId="0" sldId="256"/>
            <ac:spMk id="2" creationId="{1F2CA4EA-85C6-C762-99E9-B993F74332B9}"/>
          </ac:spMkLst>
        </pc:spChg>
        <pc:spChg chg="add del mod">
          <ac:chgData name="" userId="" providerId="" clId="Web-{3495579C-5366-4F5D-AC85-4DCA76B69EAB}" dt="2026-09-24T17:19:47.507" v="7" actId="34807"/>
          <ac:spMkLst>
            <pc:docMk/>
            <pc:sldMk cId="0" sldId="256"/>
            <ac:spMk id="4" creationId="{1E496175-5535-56ED-302F-69FAC585AFF2}"/>
          </ac:spMkLst>
        </pc:spChg>
        <pc:spChg chg="add mod">
          <ac:chgData name="" userId="" providerId="" clId="Web-{3495579C-5366-4F5D-AC85-4DCA76B69EAB}" dt="2026-09-24T17:19:46.914" v="6" actId="34807"/>
          <ac:spMkLst>
            <pc:docMk/>
            <pc:sldMk cId="0" sldId="256"/>
            <ac:spMk id="6" creationId="{B314D560-6BDB-EA73-1613-0B4023454EFE}"/>
          </ac:spMkLst>
        </pc:spChg>
        <pc:spChg chg="add mod">
          <ac:chgData name="" userId="" providerId="" clId="Web-{3495579C-5366-4F5D-AC85-4DCA76B69EAB}" dt="2026-09-24T17:19:46.914" v="6" actId="34807"/>
          <ac:spMkLst>
            <pc:docMk/>
            <pc:sldMk cId="0" sldId="256"/>
            <ac:spMk id="8" creationId="{7FECC5F3-A54B-B073-BC75-52AD30E98A17}"/>
          </ac:spMkLst>
        </pc:spChg>
        <pc:spChg chg="add mod">
          <ac:chgData name="" userId="" providerId="" clId="Web-{3495579C-5366-4F5D-AC85-4DCA76B69EAB}" dt="2026-09-24T17:19:46.914" v="6" actId="34807"/>
          <ac:spMkLst>
            <pc:docMk/>
            <pc:sldMk cId="0" sldId="256"/>
            <ac:spMk id="11" creationId="{396B42BB-465A-DB10-DE30-AA0A740EA055}"/>
          </ac:spMkLst>
        </pc:spChg>
        <pc:spChg chg="add mod">
          <ac:chgData name="" userId="" providerId="" clId="Web-{3495579C-5366-4F5D-AC85-4DCA76B69EAB}" dt="2026-09-24T17:19:46.914" v="6" actId="34807"/>
          <ac:spMkLst>
            <pc:docMk/>
            <pc:sldMk cId="0" sldId="256"/>
            <ac:spMk id="15" creationId="{FE7CBE3D-3331-DC59-BA79-AF6AF894D86C}"/>
          </ac:spMkLst>
        </pc:spChg>
        <pc:spChg chg="add mod">
          <ac:chgData name="" userId="" providerId="" clId="Web-{3495579C-5366-4F5D-AC85-4DCA76B69EAB}" dt="2026-09-24T17:19:48.086" v="8" actId="34807"/>
          <ac:spMkLst>
            <pc:docMk/>
            <pc:sldMk cId="0" sldId="256"/>
            <ac:spMk id="20" creationId="{1851C525-8752-19E3-D4F0-2CE553EFF170}"/>
          </ac:spMkLst>
        </pc:spChg>
        <pc:spChg chg="add del mod">
          <ac:chgData name="" userId="" providerId="" clId="Web-{3495579C-5366-4F5D-AC85-4DCA76B69EAB}" dt="2026-09-24T17:25:21.223" v="54" actId="34807"/>
          <ac:spMkLst>
            <pc:docMk/>
            <pc:sldMk cId="0" sldId="256"/>
            <ac:spMk id="26" creationId="{032C133A-1940-D8A4-537B-BAB62551AF0D}"/>
          </ac:spMkLst>
        </pc:spChg>
        <pc:spChg chg="add mod">
          <ac:chgData name="" userId="" providerId="" clId="Web-{3495579C-5366-4F5D-AC85-4DCA76B69EAB}" dt="2026-09-24T17:19:48.086" v="8" actId="34807"/>
          <ac:spMkLst>
            <pc:docMk/>
            <pc:sldMk cId="0" sldId="256"/>
            <ac:spMk id="33" creationId="{CEE6E371-6A34-FD25-6439-2073D216441F}"/>
          </ac:spMkLst>
        </pc:spChg>
        <pc:spChg chg="add mod">
          <ac:chgData name="" userId="" providerId="" clId="Web-{3495579C-5366-4F5D-AC85-4DCA76B69EAB}" dt="2026-09-24T17:19:46.914" v="6" actId="34807"/>
          <ac:spMkLst>
            <pc:docMk/>
            <pc:sldMk cId="0" sldId="256"/>
            <ac:spMk id="50" creationId="{03CC886A-BB82-F8F9-D395-567051000502}"/>
          </ac:spMkLst>
        </pc:spChg>
        <pc:spChg chg="add mod">
          <ac:chgData name="" userId="" providerId="" clId="Web-{3495579C-5366-4F5D-AC85-4DCA76B69EAB}" dt="2026-09-24T17:19:46.914" v="6" actId="34807"/>
          <ac:spMkLst>
            <pc:docMk/>
            <pc:sldMk cId="0" sldId="256"/>
            <ac:spMk id="60" creationId="{47BAD816-002E-1B8B-97CE-8A553B675A46}"/>
          </ac:spMkLst>
        </pc:spChg>
        <pc:spChg chg="add mod">
          <ac:chgData name="" userId="" providerId="" clId="Web-{3495579C-5366-4F5D-AC85-4DCA76B69EAB}" dt="2026-09-24T17:19:46.914" v="6" actId="34807"/>
          <ac:spMkLst>
            <pc:docMk/>
            <pc:sldMk cId="0" sldId="256"/>
            <ac:spMk id="83" creationId="{C8F3140F-2DC2-3C4C-8440-FF84432C29AC}"/>
          </ac:spMkLst>
        </pc:spChg>
        <pc:spChg chg="add mod">
          <ac:chgData name="" userId="" providerId="" clId="Web-{3495579C-5366-4F5D-AC85-4DCA76B69EAB}" dt="2026-09-24T17:25:15.941" v="53" actId="34807"/>
          <ac:spMkLst>
            <pc:docMk/>
            <pc:sldMk cId="0" sldId="256"/>
            <ac:spMk id="4148" creationId="{9B66E2E7-34BB-AC5D-3583-80B0196E38F3}"/>
          </ac:spMkLst>
        </pc:spChg>
        <pc:picChg chg="add">
          <ac:chgData name="" userId="" providerId="" clId="Web-{3495579C-5366-4F5D-AC85-4DCA76B69EAB}" dt="2026-09-24T17:19:46.335" v="5" actId="34807"/>
          <ac:picMkLst>
            <pc:docMk/>
            <pc:sldMk cId="0" sldId="256"/>
            <ac:picMk id="5" creationId="{2FD6F9DC-8549-A452-E408-7BD6852345D4}"/>
          </ac:picMkLst>
        </pc:picChg>
      </pc:sldChg>
      <pc:sldChg chg="addSp delSp modSp add mod setBg modNotesTx">
        <pc:chgData name="" userId="" providerId="" clId="Web-{3495579C-5366-4F5D-AC85-4DCA76B69EAB}" dt="2026-09-24T17:25:21.223" v="54" actId="34807"/>
        <pc:sldMkLst>
          <pc:docMk/>
          <pc:sldMk cId="3577742729" sldId="457"/>
        </pc:sldMkLst>
        <pc:spChg chg="add mod">
          <ac:chgData name="" userId="" providerId="" clId="Web-{3495579C-5366-4F5D-AC85-4DCA76B69EAB}" dt="2026-09-24T17:19:52.804" v="9" actId="34807"/>
          <ac:spMkLst>
            <pc:docMk/>
            <pc:sldMk cId="3577742729" sldId="457"/>
            <ac:spMk id="84" creationId="{688C39CE-9CBA-1800-EC6F-EACD8BFA2E82}"/>
          </ac:spMkLst>
        </pc:spChg>
        <pc:spChg chg="add mod">
          <ac:chgData name="" userId="" providerId="" clId="Web-{3495579C-5366-4F5D-AC85-4DCA76B69EAB}" dt="2026-09-24T17:19:52.804" v="9" actId="34807"/>
          <ac:spMkLst>
            <pc:docMk/>
            <pc:sldMk cId="3577742729" sldId="457"/>
            <ac:spMk id="86" creationId="{C0C6DC40-DA4B-ABC0-A7A8-0DBDA97C9542}"/>
          </ac:spMkLst>
        </pc:spChg>
        <pc:spChg chg="mod">
          <ac:chgData name="" userId="" providerId="" clId="Web-{3495579C-5366-4F5D-AC85-4DCA76B69EAB}" dt="2026-09-24T17:19:53.867" v="11" actId="34807"/>
          <ac:spMkLst>
            <pc:docMk/>
            <pc:sldMk cId="3577742729" sldId="457"/>
            <ac:spMk id="98" creationId="{44977BCA-6CC8-6CE7-2785-68619F397E09}"/>
          </ac:spMkLst>
        </pc:spChg>
        <pc:spChg chg="add mod">
          <ac:chgData name="" userId="" providerId="" clId="Web-{3495579C-5366-4F5D-AC85-4DCA76B69EAB}" dt="2026-09-24T17:19:53.867" v="11" actId="34807"/>
          <ac:spMkLst>
            <pc:docMk/>
            <pc:sldMk cId="3577742729" sldId="457"/>
            <ac:spMk id="119" creationId="{678F21AF-AF6D-F129-9C26-327B55EB8C78}"/>
          </ac:spMkLst>
        </pc:spChg>
        <pc:spChg chg="add mod">
          <ac:chgData name="" userId="" providerId="" clId="Web-{3495579C-5366-4F5D-AC85-4DCA76B69EAB}" dt="2026-09-24T17:25:21.223" v="54" actId="34807"/>
          <ac:spMkLst>
            <pc:docMk/>
            <pc:sldMk cId="3577742729" sldId="457"/>
            <ac:spMk id="149" creationId="{B334D598-2AC2-5238-9C29-E36783966AB5}"/>
          </ac:spMkLst>
        </pc:spChg>
        <pc:spChg chg="add mod">
          <ac:chgData name="" userId="" providerId="" clId="Web-{3495579C-5366-4F5D-AC85-4DCA76B69EAB}" dt="2026-09-24T17:19:52.804" v="9" actId="34807"/>
          <ac:spMkLst>
            <pc:docMk/>
            <pc:sldMk cId="3577742729" sldId="457"/>
            <ac:spMk id="161" creationId="{FA4681F8-AD3B-F3DD-C90E-DA786C713DF2}"/>
          </ac:spMkLst>
        </pc:spChg>
        <pc:spChg chg="add mod">
          <ac:chgData name="" userId="" providerId="" clId="Web-{3495579C-5366-4F5D-AC85-4DCA76B69EAB}" dt="2026-09-24T17:25:21.223" v="54" actId="34807"/>
          <ac:spMkLst>
            <pc:docMk/>
            <pc:sldMk cId="3577742729" sldId="457"/>
            <ac:spMk id="203" creationId="{81584900-F126-D18D-E981-0E538F83E580}"/>
          </ac:spMkLst>
        </pc:spChg>
        <pc:spChg chg="add mod">
          <ac:chgData name="" userId="" providerId="" clId="Web-{3495579C-5366-4F5D-AC85-4DCA76B69EAB}" dt="2026-09-24T17:19:52.804" v="9" actId="34807"/>
          <ac:spMkLst>
            <pc:docMk/>
            <pc:sldMk cId="3577742729" sldId="457"/>
            <ac:spMk id="219" creationId="{10D8D2EC-391B-32FF-51B4-68616548BDF4}"/>
          </ac:spMkLst>
        </pc:spChg>
        <pc:spChg chg="mod">
          <ac:chgData name="" userId="" providerId="" clId="Web-{3495579C-5366-4F5D-AC85-4DCA76B69EAB}" dt="2026-09-24T17:25:21.223" v="54" actId="34807"/>
          <ac:spMkLst>
            <pc:docMk/>
            <pc:sldMk cId="3577742729" sldId="457"/>
            <ac:spMk id="273" creationId="{25450919-C8AD-3829-1666-BE5EF7AA24F8}"/>
          </ac:spMkLst>
        </pc:spChg>
        <pc:spChg chg="add mod">
          <ac:chgData name="" userId="" providerId="" clId="Web-{3495579C-5366-4F5D-AC85-4DCA76B69EAB}" dt="2026-09-24T17:19:52.804" v="9" actId="34807"/>
          <ac:spMkLst>
            <pc:docMk/>
            <pc:sldMk cId="3577742729" sldId="457"/>
            <ac:spMk id="336" creationId="{FE23912D-00F2-AB96-4CD0-D07E5CABAAC0}"/>
          </ac:spMkLst>
        </pc:spChg>
        <pc:spChg chg="add mod">
          <ac:chgData name="" userId="" providerId="" clId="Web-{3495579C-5366-4F5D-AC85-4DCA76B69EAB}" dt="2026-09-24T17:19:52.804" v="9" actId="34807"/>
          <ac:spMkLst>
            <pc:docMk/>
            <pc:sldMk cId="3577742729" sldId="457"/>
            <ac:spMk id="383" creationId="{7A752E16-7EC7-F65C-AA8D-6819274C7453}"/>
          </ac:spMkLst>
        </pc:spChg>
        <pc:spChg chg="add del mod">
          <ac:chgData name="" userId="" providerId="" clId="Web-{3495579C-5366-4F5D-AC85-4DCA76B69EAB}" dt="2026-09-24T17:25:21.223" v="54" actId="34807"/>
          <ac:spMkLst>
            <pc:docMk/>
            <pc:sldMk cId="3577742729" sldId="457"/>
            <ac:spMk id="408" creationId="{2EDBDEFF-BAB3-AE4E-1536-653387E4A1DA}"/>
          </ac:spMkLst>
        </pc:spChg>
        <pc:spChg chg="add mod">
          <ac:chgData name="" userId="" providerId="" clId="Web-{3495579C-5366-4F5D-AC85-4DCA76B69EAB}" dt="2026-09-24T17:25:15.941" v="53" actId="34807"/>
          <ac:spMkLst>
            <pc:docMk/>
            <pc:sldMk cId="3577742729" sldId="457"/>
            <ac:spMk id="4121" creationId="{445BBA67-1A7B-6506-64AE-221E19BFA656}"/>
          </ac:spMkLst>
        </pc:spChg>
      </pc:sldChg>
      <pc:sldChg chg="addSp modSp add mod setBg modNotesTx">
        <pc:chgData name="" userId="" providerId="" clId="Web-{3495579C-5366-4F5D-AC85-4DCA76B69EAB}" dt="2026-09-24T17:25:21.223" v="54" actId="34807"/>
        <pc:sldMkLst>
          <pc:docMk/>
          <pc:sldMk cId="1022795779" sldId="659"/>
        </pc:sldMkLst>
        <pc:spChg chg="add mod">
          <ac:chgData name="" userId="" providerId="" clId="Web-{3495579C-5366-4F5D-AC85-4DCA76B69EAB}" dt="2026-09-24T17:19:59.398" v="13" actId="34807"/>
          <ac:spMkLst>
            <pc:docMk/>
            <pc:sldMk cId="1022795779" sldId="659"/>
            <ac:spMk id="410" creationId="{082963CF-59F0-254C-353B-F2615A95A06E}"/>
          </ac:spMkLst>
        </pc:spChg>
        <pc:spChg chg="add mod">
          <ac:chgData name="" userId="" providerId="" clId="Web-{3495579C-5366-4F5D-AC85-4DCA76B69EAB}" dt="2026-09-24T17:19:59.398" v="13" actId="34807"/>
          <ac:spMkLst>
            <pc:docMk/>
            <pc:sldMk cId="1022795779" sldId="659"/>
            <ac:spMk id="415" creationId="{52837153-4798-825A-F716-BC7E3345334D}"/>
          </ac:spMkLst>
        </pc:spChg>
        <pc:spChg chg="add mod">
          <ac:chgData name="" userId="" providerId="" clId="Web-{3495579C-5366-4F5D-AC85-4DCA76B69EAB}" dt="2026-09-24T17:19:59.398" v="13" actId="34807"/>
          <ac:spMkLst>
            <pc:docMk/>
            <pc:sldMk cId="1022795779" sldId="659"/>
            <ac:spMk id="419" creationId="{6A2A80FA-D5F8-B3DB-C3AF-23ADCF6DA6F0}"/>
          </ac:spMkLst>
        </pc:spChg>
        <pc:spChg chg="mod">
          <ac:chgData name="" userId="" providerId="" clId="Web-{3495579C-5366-4F5D-AC85-4DCA76B69EAB}" dt="2026-09-24T17:20:00.367" v="15" actId="34807"/>
          <ac:spMkLst>
            <pc:docMk/>
            <pc:sldMk cId="1022795779" sldId="659"/>
            <ac:spMk id="424" creationId="{A78B1513-065A-0B88-D946-1763FBED71A2}"/>
          </ac:spMkLst>
        </pc:spChg>
        <pc:spChg chg="add mod">
          <ac:chgData name="" userId="" providerId="" clId="Web-{3495579C-5366-4F5D-AC85-4DCA76B69EAB}" dt="2026-09-24T17:19:59.398" v="13" actId="34807"/>
          <ac:spMkLst>
            <pc:docMk/>
            <pc:sldMk cId="1022795779" sldId="659"/>
            <ac:spMk id="437" creationId="{435833C8-2AC9-6D92-2A39-2CC15069F63F}"/>
          </ac:spMkLst>
        </pc:spChg>
        <pc:spChg chg="mod">
          <ac:chgData name="" userId="" providerId="" clId="Web-{3495579C-5366-4F5D-AC85-4DCA76B69EAB}" dt="2026-09-24T17:20:00.367" v="15" actId="34807"/>
          <ac:spMkLst>
            <pc:docMk/>
            <pc:sldMk cId="1022795779" sldId="659"/>
            <ac:spMk id="445" creationId="{544AE6E9-B174-98C3-B2B0-C1575578E15F}"/>
          </ac:spMkLst>
        </pc:spChg>
        <pc:spChg chg="add mod">
          <ac:chgData name="" userId="" providerId="" clId="Web-{3495579C-5366-4F5D-AC85-4DCA76B69EAB}" dt="2026-09-24T17:19:59.398" v="13" actId="34807"/>
          <ac:spMkLst>
            <pc:docMk/>
            <pc:sldMk cId="1022795779" sldId="659"/>
            <ac:spMk id="464" creationId="{1FA9E9BA-26F6-7D31-033B-41222BD2E001}"/>
          </ac:spMkLst>
        </pc:spChg>
        <pc:spChg chg="add mod">
          <ac:chgData name="" userId="" providerId="" clId="Web-{3495579C-5366-4F5D-AC85-4DCA76B69EAB}" dt="2026-09-24T17:20:00.367" v="15" actId="34807"/>
          <ac:spMkLst>
            <pc:docMk/>
            <pc:sldMk cId="1022795779" sldId="659"/>
            <ac:spMk id="475" creationId="{C93A7F88-74FF-58E9-8A6B-EE9C181CE338}"/>
          </ac:spMkLst>
        </pc:spChg>
        <pc:spChg chg="add mod">
          <ac:chgData name="" userId="" providerId="" clId="Web-{3495579C-5366-4F5D-AC85-4DCA76B69EAB}" dt="2026-09-24T17:19:59.398" v="13" actId="34807"/>
          <ac:spMkLst>
            <pc:docMk/>
            <pc:sldMk cId="1022795779" sldId="659"/>
            <ac:spMk id="487" creationId="{D58AFF83-FEDE-0E09-FD40-156E6198F8EB}"/>
          </ac:spMkLst>
        </pc:spChg>
        <pc:spChg chg="mod">
          <ac:chgData name="" userId="" providerId="" clId="Web-{3495579C-5366-4F5D-AC85-4DCA76B69EAB}" dt="2026-09-24T17:20:00.367" v="15" actId="34807"/>
          <ac:spMkLst>
            <pc:docMk/>
            <pc:sldMk cId="1022795779" sldId="659"/>
            <ac:spMk id="500" creationId="{D9E2F6FE-5132-F56E-BDC1-3280BF31CBCE}"/>
          </ac:spMkLst>
        </pc:spChg>
        <pc:spChg chg="add mod">
          <ac:chgData name="" userId="" providerId="" clId="Web-{3495579C-5366-4F5D-AC85-4DCA76B69EAB}" dt="2026-09-24T17:19:59.398" v="13" actId="34807"/>
          <ac:spMkLst>
            <pc:docMk/>
            <pc:sldMk cId="1022795779" sldId="659"/>
            <ac:spMk id="514" creationId="{0E705963-E68D-BE69-266C-F2C70E7ED69B}"/>
          </ac:spMkLst>
        </pc:spChg>
        <pc:spChg chg="add mod">
          <ac:chgData name="" userId="" providerId="" clId="Web-{3495579C-5366-4F5D-AC85-4DCA76B69EAB}" dt="2026-09-24T17:20:00.367" v="15" actId="34807"/>
          <ac:spMkLst>
            <pc:docMk/>
            <pc:sldMk cId="1022795779" sldId="659"/>
            <ac:spMk id="529" creationId="{A6F0C7DB-2BE5-F46E-F48E-BF852C1E5531}"/>
          </ac:spMkLst>
        </pc:spChg>
        <pc:spChg chg="add mod">
          <ac:chgData name="" userId="" providerId="" clId="Web-{3495579C-5366-4F5D-AC85-4DCA76B69EAB}" dt="2026-09-24T17:19:59.398" v="13" actId="34807"/>
          <ac:spMkLst>
            <pc:docMk/>
            <pc:sldMk cId="1022795779" sldId="659"/>
            <ac:spMk id="545" creationId="{8A3FA742-2857-8B7B-F444-9F5782010507}"/>
          </ac:spMkLst>
        </pc:spChg>
        <pc:picChg chg="add">
          <ac:chgData name="" userId="" providerId="" clId="Web-{3495579C-5366-4F5D-AC85-4DCA76B69EAB}" dt="2026-09-24T17:19:58.961" v="12" actId="34807"/>
          <ac:picMkLst>
            <pc:docMk/>
            <pc:sldMk cId="1022795779" sldId="659"/>
            <ac:picMk id="409" creationId="{87859346-4BB6-009B-9091-F44A665A9B33}"/>
          </ac:picMkLst>
        </pc:picChg>
      </pc:sldChg>
      <pc:sldChg chg="addSp delSp modSp add mod setBg modNotesTx">
        <pc:chgData name="" userId="" providerId="" clId="Web-{3495579C-5366-4F5D-AC85-4DCA76B69EAB}" dt="2026-09-24T17:29:18.372" v="67" actId="34807"/>
        <pc:sldMkLst>
          <pc:docMk/>
          <pc:sldMk cId="229345152" sldId="862"/>
        </pc:sldMkLst>
        <pc:spChg chg="add mod">
          <ac:chgData name="" userId="" providerId="" clId="Web-{3495579C-5366-4F5D-AC85-4DCA76B69EAB}" dt="2026-09-24T17:20:05.258" v="16" actId="34807"/>
          <ac:spMkLst>
            <pc:docMk/>
            <pc:sldMk cId="229345152" sldId="862"/>
            <ac:spMk id="546" creationId="{40C8FC35-58F1-E232-791A-D43C05899CEF}"/>
          </ac:spMkLst>
        </pc:spChg>
        <pc:spChg chg="add mod">
          <ac:chgData name="" userId="" providerId="" clId="Web-{3495579C-5366-4F5D-AC85-4DCA76B69EAB}" dt="2026-09-24T17:20:05.258" v="16" actId="34807"/>
          <ac:spMkLst>
            <pc:docMk/>
            <pc:sldMk cId="229345152" sldId="862"/>
            <ac:spMk id="548" creationId="{B8418ED3-6FFA-4A5F-3B7C-F63DBA53B4C5}"/>
          </ac:spMkLst>
        </pc:spChg>
        <pc:spChg chg="mod">
          <ac:chgData name="" userId="" providerId="" clId="Web-{3495579C-5366-4F5D-AC85-4DCA76B69EAB}" dt="2026-09-24T17:20:06.258" v="18" actId="34807"/>
          <ac:spMkLst>
            <pc:docMk/>
            <pc:sldMk cId="229345152" sldId="862"/>
            <ac:spMk id="560" creationId="{EDF31C26-9915-451C-25C4-BDADC1E53C4E}"/>
          </ac:spMkLst>
        </pc:spChg>
        <pc:spChg chg="add mod">
          <ac:chgData name="" userId="" providerId="" clId="Web-{3495579C-5366-4F5D-AC85-4DCA76B69EAB}" dt="2026-09-24T17:20:05.258" v="16" actId="34807"/>
          <ac:spMkLst>
            <pc:docMk/>
            <pc:sldMk cId="229345152" sldId="862"/>
            <ac:spMk id="566" creationId="{9DCE5852-54AC-14AC-CB14-4DB383467FAD}"/>
          </ac:spMkLst>
        </pc:spChg>
        <pc:spChg chg="add mod">
          <ac:chgData name="" userId="" providerId="" clId="Web-{3495579C-5366-4F5D-AC85-4DCA76B69EAB}" dt="2026-09-24T17:20:05.258" v="16" actId="34807"/>
          <ac:spMkLst>
            <pc:docMk/>
            <pc:sldMk cId="229345152" sldId="862"/>
            <ac:spMk id="573" creationId="{6EAD853F-277B-015E-73E2-AD841138B66B}"/>
          </ac:spMkLst>
        </pc:spChg>
        <pc:spChg chg="mod">
          <ac:chgData name="" userId="" providerId="" clId="Web-{3495579C-5366-4F5D-AC85-4DCA76B69EAB}" dt="2026-09-24T17:20:06.258" v="18" actId="34807"/>
          <ac:spMkLst>
            <pc:docMk/>
            <pc:sldMk cId="229345152" sldId="862"/>
            <ac:spMk id="581" creationId="{E3B5AE75-06F4-42D7-7B9E-3EBF6DC1ED56}"/>
          </ac:spMkLst>
        </pc:spChg>
        <pc:spChg chg="del mod">
          <ac:chgData name="" userId="" providerId="" clId="Web-{3495579C-5366-4F5D-AC85-4DCA76B69EAB}" dt="2026-09-24T17:29:18.372" v="67" actId="34807"/>
          <ac:spMkLst>
            <pc:docMk/>
            <pc:sldMk cId="229345152" sldId="862"/>
            <ac:spMk id="611" creationId="{03F23A8F-0CDF-93EA-9A08-4AA087660CF9}"/>
          </ac:spMkLst>
        </pc:spChg>
        <pc:spChg chg="add del mod">
          <ac:chgData name="" userId="" providerId="" clId="Web-{3495579C-5366-4F5D-AC85-4DCA76B69EAB}" dt="2026-09-24T17:25:21.223" v="54" actId="34807"/>
          <ac:spMkLst>
            <pc:docMk/>
            <pc:sldMk cId="229345152" sldId="862"/>
            <ac:spMk id="623" creationId="{914CCF8A-994A-4854-C40E-C3073A2F8238}"/>
          </ac:spMkLst>
        </pc:spChg>
        <pc:spChg chg="del">
          <ac:chgData name="" userId="" providerId="" clId="Web-{3495579C-5366-4F5D-AC85-4DCA76B69EAB}" dt="2026-09-24T17:25:21.223" v="54" actId="34807"/>
          <ac:spMkLst>
            <pc:docMk/>
            <pc:sldMk cId="229345152" sldId="862"/>
            <ac:spMk id="636" creationId="{0255667E-A320-D22B-4CC6-38D7B689E120}"/>
          </ac:spMkLst>
        </pc:spChg>
        <pc:spChg chg="del">
          <ac:chgData name="" userId="" providerId="" clId="Web-{3495579C-5366-4F5D-AC85-4DCA76B69EAB}" dt="2026-09-24T17:25:21.223" v="54" actId="34807"/>
          <ac:spMkLst>
            <pc:docMk/>
            <pc:sldMk cId="229345152" sldId="862"/>
            <ac:spMk id="650" creationId="{00EA550C-CBE2-BEAE-23DD-50EC279134C6}"/>
          </ac:spMkLst>
        </pc:spChg>
        <pc:spChg chg="add mod">
          <ac:chgData name="" userId="" providerId="" clId="Web-{3495579C-5366-4F5D-AC85-4DCA76B69EAB}" dt="2026-09-24T17:20:05.258" v="16" actId="34807"/>
          <ac:spMkLst>
            <pc:docMk/>
            <pc:sldMk cId="229345152" sldId="862"/>
            <ac:spMk id="716" creationId="{DA24CE7D-2B94-C299-8796-54596EFDED2D}"/>
          </ac:spMkLst>
        </pc:spChg>
        <pc:spChg chg="del mod">
          <ac:chgData name="" userId="" providerId="" clId="Web-{3495579C-5366-4F5D-AC85-4DCA76B69EAB}" dt="2026-09-24T17:29:18.372" v="67" actId="34807"/>
          <ac:spMkLst>
            <pc:docMk/>
            <pc:sldMk cId="229345152" sldId="862"/>
            <ac:spMk id="735" creationId="{51D32F37-550F-A323-C247-486EC82175E2}"/>
          </ac:spMkLst>
        </pc:spChg>
        <pc:spChg chg="add del mod">
          <ac:chgData name="" userId="" providerId="" clId="Web-{3495579C-5366-4F5D-AC85-4DCA76B69EAB}" dt="2026-09-24T17:25:21.223" v="54" actId="34807"/>
          <ac:spMkLst>
            <pc:docMk/>
            <pc:sldMk cId="229345152" sldId="862"/>
            <ac:spMk id="755" creationId="{8616A14C-7E4D-4585-2750-C7BFA40EDC4D}"/>
          </ac:spMkLst>
        </pc:spChg>
        <pc:spChg chg="add del mod">
          <ac:chgData name="" userId="" providerId="" clId="Web-{3495579C-5366-4F5D-AC85-4DCA76B69EAB}" dt="2026-09-24T17:25:21.223" v="54" actId="34807"/>
          <ac:spMkLst>
            <pc:docMk/>
            <pc:sldMk cId="229345152" sldId="862"/>
            <ac:spMk id="798" creationId="{84E37551-F583-335F-23F7-8175F667A117}"/>
          </ac:spMkLst>
        </pc:spChg>
        <pc:spChg chg="add mod">
          <ac:chgData name="" userId="" providerId="" clId="Web-{3495579C-5366-4F5D-AC85-4DCA76B69EAB}" dt="2026-09-24T17:20:05.258" v="16" actId="34807"/>
          <ac:spMkLst>
            <pc:docMk/>
            <pc:sldMk cId="229345152" sldId="862"/>
            <ac:spMk id="821" creationId="{DD07508D-3D28-C4E1-F47A-967D025A528F}"/>
          </ac:spMkLst>
        </pc:spChg>
        <pc:spChg chg="add mod">
          <ac:chgData name="" userId="" providerId="" clId="Web-{3495579C-5366-4F5D-AC85-4DCA76B69EAB}" dt="2026-09-24T17:20:05.258" v="16" actId="34807"/>
          <ac:spMkLst>
            <pc:docMk/>
            <pc:sldMk cId="229345152" sldId="862"/>
            <ac:spMk id="845" creationId="{66D4756E-F094-71F0-C5B1-C1BF70383900}"/>
          </ac:spMkLst>
        </pc:spChg>
        <pc:spChg chg="add del mod">
          <ac:chgData name="" userId="" providerId="" clId="Web-{3495579C-5366-4F5D-AC85-4DCA76B69EAB}" dt="2026-09-24T17:29:18.372" v="67" actId="34807"/>
          <ac:spMkLst>
            <pc:docMk/>
            <pc:sldMk cId="229345152" sldId="862"/>
            <ac:spMk id="4156" creationId="{C80B86E0-EF3E-0FE0-3462-CEFD9010E002}"/>
          </ac:spMkLst>
        </pc:spChg>
        <pc:spChg chg="add del mod">
          <ac:chgData name="" userId="" providerId="" clId="Web-{3495579C-5366-4F5D-AC85-4DCA76B69EAB}" dt="2026-09-24T17:29:18.372" v="67" actId="34807"/>
          <ac:spMkLst>
            <pc:docMk/>
            <pc:sldMk cId="229345152" sldId="862"/>
            <ac:spMk id="4165" creationId="{B0EB8A62-8A69-55E6-2191-8F6466073CF5}"/>
          </ac:spMkLst>
        </pc:spChg>
        <pc:spChg chg="add del mod">
          <ac:chgData name="" userId="" providerId="" clId="Web-{3495579C-5366-4F5D-AC85-4DCA76B69EAB}" dt="2026-09-24T17:29:18.372" v="67" actId="34807"/>
          <ac:spMkLst>
            <pc:docMk/>
            <pc:sldMk cId="229345152" sldId="862"/>
            <ac:spMk id="4175" creationId="{E5F629A6-AE47-34B3-8B8F-E5788A838CFD}"/>
          </ac:spMkLst>
        </pc:spChg>
        <pc:spChg chg="add del mod">
          <ac:chgData name="" userId="" providerId="" clId="Web-{3495579C-5366-4F5D-AC85-4DCA76B69EAB}" dt="2026-09-24T17:29:18.372" v="67" actId="34807"/>
          <ac:spMkLst>
            <pc:docMk/>
            <pc:sldMk cId="229345152" sldId="862"/>
            <ac:spMk id="4186" creationId="{57698D03-AF6D-B170-27A5-DC5936240AAA}"/>
          </ac:spMkLst>
        </pc:spChg>
        <pc:spChg chg="add del mod">
          <ac:chgData name="" userId="" providerId="" clId="Web-{3495579C-5366-4F5D-AC85-4DCA76B69EAB}" dt="2026-09-24T17:29:18.372" v="67" actId="34807"/>
          <ac:spMkLst>
            <pc:docMk/>
            <pc:sldMk cId="229345152" sldId="862"/>
            <ac:spMk id="4198" creationId="{E16C3948-0023-6DDB-5AF8-D77F522CADA6}"/>
          </ac:spMkLst>
        </pc:spChg>
        <pc:spChg chg="add mod">
          <ac:chgData name="" userId="" providerId="" clId="Web-{3495579C-5366-4F5D-AC85-4DCA76B69EAB}" dt="2026-09-24T17:29:17.044" v="66" actId="34807"/>
          <ac:spMkLst>
            <pc:docMk/>
            <pc:sldMk cId="229345152" sldId="862"/>
            <ac:spMk id="5627" creationId="{48BDDD04-8203-9A74-181A-2E9355D9E747}"/>
          </ac:spMkLst>
        </pc:spChg>
        <pc:spChg chg="add mod">
          <ac:chgData name="" userId="" providerId="" clId="Web-{3495579C-5366-4F5D-AC85-4DCA76B69EAB}" dt="2026-09-24T17:29:17.044" v="66" actId="34807"/>
          <ac:spMkLst>
            <pc:docMk/>
            <pc:sldMk cId="229345152" sldId="862"/>
            <ac:spMk id="5629" creationId="{41E89784-AEBD-E7E2-0C91-3B7D6E4CC52E}"/>
          </ac:spMkLst>
        </pc:spChg>
        <pc:spChg chg="add mod">
          <ac:chgData name="" userId="" providerId="" clId="Web-{3495579C-5366-4F5D-AC85-4DCA76B69EAB}" dt="2026-09-24T17:29:17.044" v="66" actId="34807"/>
          <ac:spMkLst>
            <pc:docMk/>
            <pc:sldMk cId="229345152" sldId="862"/>
            <ac:spMk id="5632" creationId="{8D79EBA8-5401-34A4-78FD-770B37AEB4B0}"/>
          </ac:spMkLst>
        </pc:spChg>
        <pc:spChg chg="add mod">
          <ac:chgData name="" userId="" providerId="" clId="Web-{3495579C-5366-4F5D-AC85-4DCA76B69EAB}" dt="2026-09-24T17:29:17.044" v="66" actId="34807"/>
          <ac:spMkLst>
            <pc:docMk/>
            <pc:sldMk cId="229345152" sldId="862"/>
            <ac:spMk id="5636" creationId="{199AC86B-77EA-8410-4CF6-8879C3A8D2D8}"/>
          </ac:spMkLst>
        </pc:spChg>
        <pc:spChg chg="add mod">
          <ac:chgData name="" userId="" providerId="" clId="Web-{3495579C-5366-4F5D-AC85-4DCA76B69EAB}" dt="2026-09-24T17:29:17.044" v="66" actId="34807"/>
          <ac:spMkLst>
            <pc:docMk/>
            <pc:sldMk cId="229345152" sldId="862"/>
            <ac:spMk id="5641" creationId="{5B868828-1758-D8A1-4C2C-E4A87DBE9800}"/>
          </ac:spMkLst>
        </pc:spChg>
        <pc:spChg chg="add mod">
          <ac:chgData name="" userId="" providerId="" clId="Web-{3495579C-5366-4F5D-AC85-4DCA76B69EAB}" dt="2026-09-24T17:29:17.044" v="66" actId="34807"/>
          <ac:spMkLst>
            <pc:docMk/>
            <pc:sldMk cId="229345152" sldId="862"/>
            <ac:spMk id="5647" creationId="{01F1F7CA-2222-B0B6-AE8E-591694CD9C7F}"/>
          </ac:spMkLst>
        </pc:spChg>
        <pc:spChg chg="add mod">
          <ac:chgData name="" userId="" providerId="" clId="Web-{3495579C-5366-4F5D-AC85-4DCA76B69EAB}" dt="2026-09-24T17:29:17.044" v="66" actId="34807"/>
          <ac:spMkLst>
            <pc:docMk/>
            <pc:sldMk cId="229345152" sldId="862"/>
            <ac:spMk id="5654" creationId="{EF8E0005-E9CF-32D4-F1E4-8A9EA34039C4}"/>
          </ac:spMkLst>
        </pc:spChg>
      </pc:sldChg>
      <pc:sldChg chg="addSp delSp modSp add mod setBg modNotesTx">
        <pc:chgData name="" userId="" providerId="" clId="Web-{3495579C-5366-4F5D-AC85-4DCA76B69EAB}" dt="2026-09-24T17:29:18.372" v="67" actId="34807"/>
        <pc:sldMkLst>
          <pc:docMk/>
          <pc:sldMk cId="276465298" sldId="1066"/>
        </pc:sldMkLst>
        <pc:spChg chg="add mod">
          <ac:chgData name="" userId="" providerId="" clId="Web-{3495579C-5366-4F5D-AC85-4DCA76B69EAB}" dt="2026-09-24T17:20:11.133" v="19" actId="34807"/>
          <ac:spMkLst>
            <pc:docMk/>
            <pc:sldMk cId="276465298" sldId="1066"/>
            <ac:spMk id="851" creationId="{E1C0BE19-1055-C5A5-7D03-15D8D4B9CE40}"/>
          </ac:spMkLst>
        </pc:spChg>
        <pc:spChg chg="add mod">
          <ac:chgData name="" userId="" providerId="" clId="Web-{3495579C-5366-4F5D-AC85-4DCA76B69EAB}" dt="2026-09-24T17:20:11.133" v="19" actId="34807"/>
          <ac:spMkLst>
            <pc:docMk/>
            <pc:sldMk cId="276465298" sldId="1066"/>
            <ac:spMk id="855" creationId="{6B8E9D17-59B9-B363-8914-301584BABD58}"/>
          </ac:spMkLst>
        </pc:spChg>
        <pc:spChg chg="add mod">
          <ac:chgData name="" userId="" providerId="" clId="Web-{3495579C-5366-4F5D-AC85-4DCA76B69EAB}" dt="2026-09-24T17:20:12.774" v="21" actId="34807"/>
          <ac:spMkLst>
            <pc:docMk/>
            <pc:sldMk cId="276465298" sldId="1066"/>
            <ac:spMk id="860" creationId="{7C2069AA-12B0-805E-11D6-7164F1E435B6}"/>
          </ac:spMkLst>
        </pc:spChg>
        <pc:spChg chg="mod">
          <ac:chgData name="" userId="" providerId="" clId="Web-{3495579C-5366-4F5D-AC85-4DCA76B69EAB}" dt="2026-09-24T17:20:12.774" v="21" actId="34807"/>
          <ac:spMkLst>
            <pc:docMk/>
            <pc:sldMk cId="276465298" sldId="1066"/>
            <ac:spMk id="881" creationId="{613C8ED9-F07A-C9E2-A1BD-72E5BBB365E3}"/>
          </ac:spMkLst>
        </pc:spChg>
        <pc:spChg chg="add mod">
          <ac:chgData name="" userId="" providerId="" clId="Web-{3495579C-5366-4F5D-AC85-4DCA76B69EAB}" dt="2026-09-24T17:20:11.133" v="19" actId="34807"/>
          <ac:spMkLst>
            <pc:docMk/>
            <pc:sldMk cId="276465298" sldId="1066"/>
            <ac:spMk id="900" creationId="{47B31F0B-D1B7-3860-C2A3-82CB7A3D5754}"/>
          </ac:spMkLst>
        </pc:spChg>
        <pc:spChg chg="add del mod">
          <ac:chgData name="" userId="" providerId="" clId="Web-{3495579C-5366-4F5D-AC85-4DCA76B69EAB}" dt="2026-09-24T17:25:21.223" v="54" actId="34807"/>
          <ac:spMkLst>
            <pc:docMk/>
            <pc:sldMk cId="276465298" sldId="1066"/>
            <ac:spMk id="911" creationId="{0F11786A-C1C4-428A-A9EA-F96EF16226E3}"/>
          </ac:spMkLst>
        </pc:spChg>
        <pc:spChg chg="del">
          <ac:chgData name="" userId="" providerId="" clId="Web-{3495579C-5366-4F5D-AC85-4DCA76B69EAB}" dt="2026-09-24T17:25:21.223" v="54" actId="34807"/>
          <ac:spMkLst>
            <pc:docMk/>
            <pc:sldMk cId="276465298" sldId="1066"/>
            <ac:spMk id="923" creationId="{2D16EF2F-71C9-BFF5-5D63-0DFC9818EC30}"/>
          </ac:spMkLst>
        </pc:spChg>
        <pc:spChg chg="add del mod">
          <ac:chgData name="" userId="" providerId="" clId="Web-{3495579C-5366-4F5D-AC85-4DCA76B69EAB}" dt="2026-09-24T17:25:21.223" v="54" actId="34807"/>
          <ac:spMkLst>
            <pc:docMk/>
            <pc:sldMk cId="276465298" sldId="1066"/>
            <ac:spMk id="936" creationId="{DE262D40-6A3A-20BB-0646-FAAE5B0A2EDB}"/>
          </ac:spMkLst>
        </pc:spChg>
        <pc:spChg chg="add mod">
          <ac:chgData name="" userId="" providerId="" clId="Web-{3495579C-5366-4F5D-AC85-4DCA76B69EAB}" dt="2026-09-24T17:20:11.133" v="19" actId="34807"/>
          <ac:spMkLst>
            <pc:docMk/>
            <pc:sldMk cId="276465298" sldId="1066"/>
            <ac:spMk id="950" creationId="{91FB8DCC-F229-BD21-F440-EDA023129C97}"/>
          </ac:spMkLst>
        </pc:spChg>
        <pc:spChg chg="add mod">
          <ac:chgData name="" userId="" providerId="" clId="Web-{3495579C-5366-4F5D-AC85-4DCA76B69EAB}" dt="2026-09-24T17:20:11.133" v="19" actId="34807"/>
          <ac:spMkLst>
            <pc:docMk/>
            <pc:sldMk cId="276465298" sldId="1066"/>
            <ac:spMk id="998" creationId="{FE2084B0-24E1-D1C6-FF64-6ED9B8AF01D3}"/>
          </ac:spMkLst>
        </pc:spChg>
        <pc:spChg chg="add mod">
          <ac:chgData name="" userId="" providerId="" clId="Web-{3495579C-5366-4F5D-AC85-4DCA76B69EAB}" dt="2026-09-24T17:20:11.133" v="19" actId="34807"/>
          <ac:spMkLst>
            <pc:docMk/>
            <pc:sldMk cId="276465298" sldId="1066"/>
            <ac:spMk id="1016" creationId="{03DBA957-476A-0602-E6A0-C7FE352033DE}"/>
          </ac:spMkLst>
        </pc:spChg>
        <pc:spChg chg="add mod">
          <ac:chgData name="" userId="" providerId="" clId="Web-{3495579C-5366-4F5D-AC85-4DCA76B69EAB}" dt="2026-09-24T17:20:11.133" v="19" actId="34807"/>
          <ac:spMkLst>
            <pc:docMk/>
            <pc:sldMk cId="276465298" sldId="1066"/>
            <ac:spMk id="1055" creationId="{F86FC2EA-D9DC-ADEC-2863-D19753608177}"/>
          </ac:spMkLst>
        </pc:spChg>
        <pc:spChg chg="del">
          <ac:chgData name="" userId="" providerId="" clId="Web-{3495579C-5366-4F5D-AC85-4DCA76B69EAB}" dt="2026-09-24T17:25:21.223" v="54" actId="34807"/>
          <ac:spMkLst>
            <pc:docMk/>
            <pc:sldMk cId="276465298" sldId="1066"/>
            <ac:spMk id="1076" creationId="{1A078584-F336-076F-6A9F-523DF7C21FF4}"/>
          </ac:spMkLst>
        </pc:spChg>
        <pc:spChg chg="del">
          <ac:chgData name="" userId="" providerId="" clId="Web-{3495579C-5366-4F5D-AC85-4DCA76B69EAB}" dt="2026-09-24T17:28:04.119" v="65" actId="34807"/>
          <ac:spMkLst>
            <pc:docMk/>
            <pc:sldMk cId="276465298" sldId="1066"/>
            <ac:spMk id="1121" creationId="{42E84E4F-3836-DBBF-470C-59BB5C528A61}"/>
          </ac:spMkLst>
        </pc:spChg>
        <pc:spChg chg="del">
          <ac:chgData name="" userId="" providerId="" clId="Web-{3495579C-5366-4F5D-AC85-4DCA76B69EAB}" dt="2026-09-24T17:29:18.372" v="67" actId="34807"/>
          <ac:spMkLst>
            <pc:docMk/>
            <pc:sldMk cId="276465298" sldId="1066"/>
            <ac:spMk id="1145" creationId="{99B8B8E6-9811-D41B-9001-66C8488B53FF}"/>
          </ac:spMkLst>
        </pc:spChg>
        <pc:spChg chg="del">
          <ac:chgData name="" userId="" providerId="" clId="Web-{3495579C-5366-4F5D-AC85-4DCA76B69EAB}" dt="2026-09-24T17:29:18.372" v="67" actId="34807"/>
          <ac:spMkLst>
            <pc:docMk/>
            <pc:sldMk cId="276465298" sldId="1066"/>
            <ac:spMk id="1170" creationId="{42D822F4-130B-01A6-F660-3D951E8543E9}"/>
          </ac:spMkLst>
        </pc:spChg>
        <pc:spChg chg="add mod">
          <ac:chgData name="" userId="" providerId="" clId="Web-{3495579C-5366-4F5D-AC85-4DCA76B69EAB}" dt="2026-09-24T17:25:15.941" v="53" actId="34807"/>
          <ac:spMkLst>
            <pc:docMk/>
            <pc:sldMk cId="276465298" sldId="1066"/>
            <ac:spMk id="4211" creationId="{4C5DC0AD-6FCE-C73A-DB49-AC8E4247D50D}"/>
          </ac:spMkLst>
        </pc:spChg>
        <pc:spChg chg="add mod">
          <ac:chgData name="" userId="" providerId="" clId="Web-{3495579C-5366-4F5D-AC85-4DCA76B69EAB}" dt="2026-09-24T17:25:15.941" v="53" actId="34807"/>
          <ac:spMkLst>
            <pc:docMk/>
            <pc:sldMk cId="276465298" sldId="1066"/>
            <ac:spMk id="4225" creationId="{7A42DB91-BB99-BC12-D949-046D29C8E11F}"/>
          </ac:spMkLst>
        </pc:spChg>
        <pc:spChg chg="add del mod">
          <ac:chgData name="" userId="" providerId="" clId="Web-{3495579C-5366-4F5D-AC85-4DCA76B69EAB}" dt="2026-09-24T17:29:18.372" v="67" actId="34807"/>
          <ac:spMkLst>
            <pc:docMk/>
            <pc:sldMk cId="276465298" sldId="1066"/>
            <ac:spMk id="4240" creationId="{F7DEFA14-ACD8-8EF3-44D1-A569DF8AE255}"/>
          </ac:spMkLst>
        </pc:spChg>
        <pc:spChg chg="add del mod">
          <ac:chgData name="" userId="" providerId="" clId="Web-{3495579C-5366-4F5D-AC85-4DCA76B69EAB}" dt="2026-09-24T17:28:04.119" v="65" actId="34807"/>
          <ac:spMkLst>
            <pc:docMk/>
            <pc:sldMk cId="276465298" sldId="1066"/>
            <ac:spMk id="4256" creationId="{5E2DB5DB-3446-886F-6877-F2157DFB024E}"/>
          </ac:spMkLst>
        </pc:spChg>
        <pc:spChg chg="add mod">
          <ac:chgData name="" userId="" providerId="" clId="Web-{3495579C-5366-4F5D-AC85-4DCA76B69EAB}" dt="2026-09-24T17:28:02.354" v="64" actId="34807"/>
          <ac:spMkLst>
            <pc:docMk/>
            <pc:sldMk cId="276465298" sldId="1066"/>
            <ac:spMk id="5624" creationId="{DB24FD1C-68EE-C52E-0B58-0AB69397D53E}"/>
          </ac:spMkLst>
        </pc:spChg>
        <pc:spChg chg="add mod">
          <ac:chgData name="" userId="" providerId="" clId="Web-{3495579C-5366-4F5D-AC85-4DCA76B69EAB}" dt="2026-09-24T17:28:02.354" v="64" actId="34807"/>
          <ac:spMkLst>
            <pc:docMk/>
            <pc:sldMk cId="276465298" sldId="1066"/>
            <ac:spMk id="5626" creationId="{31021C78-B9A2-DA39-F290-A1CA7FCA4779}"/>
          </ac:spMkLst>
        </pc:spChg>
        <pc:spChg chg="add mod">
          <ac:chgData name="" userId="" providerId="" clId="Web-{3495579C-5366-4F5D-AC85-4DCA76B69EAB}" dt="2026-09-24T17:29:17.044" v="66" actId="34807"/>
          <ac:spMkLst>
            <pc:docMk/>
            <pc:sldMk cId="276465298" sldId="1066"/>
            <ac:spMk id="5662" creationId="{E92B774B-AE72-62D5-E331-39297F98A661}"/>
          </ac:spMkLst>
        </pc:spChg>
        <pc:spChg chg="add mod">
          <ac:chgData name="" userId="" providerId="" clId="Web-{3495579C-5366-4F5D-AC85-4DCA76B69EAB}" dt="2026-09-24T17:29:17.044" v="66" actId="34807"/>
          <ac:spMkLst>
            <pc:docMk/>
            <pc:sldMk cId="276465298" sldId="1066"/>
            <ac:spMk id="5671" creationId="{07346164-B401-E3B1-6F4F-3CF08E29ACA4}"/>
          </ac:spMkLst>
        </pc:spChg>
        <pc:spChg chg="add mod">
          <ac:chgData name="" userId="" providerId="" clId="Web-{3495579C-5366-4F5D-AC85-4DCA76B69EAB}" dt="2026-09-24T17:29:17.044" v="66" actId="34807"/>
          <ac:spMkLst>
            <pc:docMk/>
            <pc:sldMk cId="276465298" sldId="1066"/>
            <ac:spMk id="5681" creationId="{0271CEBE-C159-66D7-5672-2CEF431C95FC}"/>
          </ac:spMkLst>
        </pc:spChg>
      </pc:sldChg>
      <pc:sldChg chg="addSp delSp modSp add mod setBg modNotesTx">
        <pc:chgData name="" userId="" providerId="" clId="Web-{3495579C-5366-4F5D-AC85-4DCA76B69EAB}" dt="2026-09-24T17:32:02.362" v="72" actId="34807"/>
        <pc:sldMkLst>
          <pc:docMk/>
          <pc:sldMk cId="2991556798" sldId="1271"/>
        </pc:sldMkLst>
        <pc:spChg chg="add mod">
          <ac:chgData name="" userId="" providerId="" clId="Web-{3495579C-5366-4F5D-AC85-4DCA76B69EAB}" dt="2026-09-24T17:20:17.180" v="22" actId="34807"/>
          <ac:spMkLst>
            <pc:docMk/>
            <pc:sldMk cId="2991556798" sldId="1271"/>
            <ac:spMk id="1252" creationId="{C9051654-0376-F170-F9E6-CB57472BE865}"/>
          </ac:spMkLst>
        </pc:spChg>
        <pc:spChg chg="add mod">
          <ac:chgData name="" userId="" providerId="" clId="Web-{3495579C-5366-4F5D-AC85-4DCA76B69EAB}" dt="2026-09-24T17:20:17.180" v="22" actId="34807"/>
          <ac:spMkLst>
            <pc:docMk/>
            <pc:sldMk cId="2991556798" sldId="1271"/>
            <ac:spMk id="1254" creationId="{25D8BF77-45CC-6C9D-485E-1CA14E69AE4C}"/>
          </ac:spMkLst>
        </pc:spChg>
        <pc:spChg chg="mod">
          <ac:chgData name="" userId="" providerId="" clId="Web-{3495579C-5366-4F5D-AC85-4DCA76B69EAB}" dt="2026-09-24T17:20:18.321" v="24" actId="34807"/>
          <ac:spMkLst>
            <pc:docMk/>
            <pc:sldMk cId="2991556798" sldId="1271"/>
            <ac:spMk id="1266" creationId="{009CB4B2-17F4-BFFE-29F3-C83B10A4AC1C}"/>
          </ac:spMkLst>
        </pc:spChg>
        <pc:spChg chg="add mod">
          <ac:chgData name="" userId="" providerId="" clId="Web-{3495579C-5366-4F5D-AC85-4DCA76B69EAB}" dt="2026-09-24T17:20:18.321" v="24" actId="34807"/>
          <ac:spMkLst>
            <pc:docMk/>
            <pc:sldMk cId="2991556798" sldId="1271"/>
            <ac:spMk id="1287" creationId="{5621647E-9087-05F6-57B4-8FEB79BAD931}"/>
          </ac:spMkLst>
        </pc:spChg>
        <pc:spChg chg="add mod">
          <ac:chgData name="" userId="" providerId="" clId="Web-{3495579C-5366-4F5D-AC85-4DCA76B69EAB}" dt="2026-09-24T17:20:17.180" v="22" actId="34807"/>
          <ac:spMkLst>
            <pc:docMk/>
            <pc:sldMk cId="2991556798" sldId="1271"/>
            <ac:spMk id="1296" creationId="{C2459E1D-0DF1-CE12-7EA7-62FCD5CEC9EC}"/>
          </ac:spMkLst>
        </pc:spChg>
        <pc:spChg chg="add del mod">
          <ac:chgData name="" userId="" providerId="" clId="Web-{3495579C-5366-4F5D-AC85-4DCA76B69EAB}" dt="2026-09-24T17:30:48.563" v="70" actId="34807"/>
          <ac:spMkLst>
            <pc:docMk/>
            <pc:sldMk cId="2991556798" sldId="1271"/>
            <ac:spMk id="1317" creationId="{3B314D28-AE8F-95E4-E060-98DFDBD2C812}"/>
          </ac:spMkLst>
        </pc:spChg>
        <pc:spChg chg="mod">
          <ac:chgData name="" userId="" providerId="" clId="Web-{3495579C-5366-4F5D-AC85-4DCA76B69EAB}" dt="2026-09-24T17:29:18.372" v="67" actId="34807"/>
          <ac:spMkLst>
            <pc:docMk/>
            <pc:sldMk cId="2991556798" sldId="1271"/>
            <ac:spMk id="1342" creationId="{7AD89C5B-95B4-E5C3-6028-C5471074322F}"/>
          </ac:spMkLst>
        </pc:spChg>
        <pc:spChg chg="mod">
          <ac:chgData name="" userId="" providerId="" clId="Web-{3495579C-5366-4F5D-AC85-4DCA76B69EAB}" dt="2026-09-24T17:29:18.372" v="67" actId="34807"/>
          <ac:spMkLst>
            <pc:docMk/>
            <pc:sldMk cId="2991556798" sldId="1271"/>
            <ac:spMk id="1387" creationId="{02B2EE83-4CC1-5F31-BDDE-3F6A3211B01A}"/>
          </ac:spMkLst>
        </pc:spChg>
        <pc:spChg chg="add mod">
          <ac:chgData name="" userId="" providerId="" clId="Web-{3495579C-5366-4F5D-AC85-4DCA76B69EAB}" dt="2026-09-24T17:20:17.180" v="22" actId="34807"/>
          <ac:spMkLst>
            <pc:docMk/>
            <pc:sldMk cId="2991556798" sldId="1271"/>
            <ac:spMk id="1441" creationId="{89E7B043-E2D3-4B42-E87B-DFA4CB66B238}"/>
          </ac:spMkLst>
        </pc:spChg>
        <pc:spChg chg="add del mod">
          <ac:chgData name="" userId="" providerId="" clId="Web-{3495579C-5366-4F5D-AC85-4DCA76B69EAB}" dt="2026-09-24T17:32:02.362" v="72" actId="34807"/>
          <ac:spMkLst>
            <pc:docMk/>
            <pc:sldMk cId="2991556798" sldId="1271"/>
            <ac:spMk id="1461" creationId="{D5FFFA03-DEE9-7A15-98B4-BA3939FCB475}"/>
          </ac:spMkLst>
        </pc:spChg>
        <pc:spChg chg="add mod">
          <ac:chgData name="" userId="" providerId="" clId="Web-{3495579C-5366-4F5D-AC85-4DCA76B69EAB}" dt="2026-09-24T17:20:17.180" v="22" actId="34807"/>
          <ac:spMkLst>
            <pc:docMk/>
            <pc:sldMk cId="2991556798" sldId="1271"/>
            <ac:spMk id="1482" creationId="{0D305AE2-CA98-CC5B-6D0F-3083B0513EB0}"/>
          </ac:spMkLst>
        </pc:spChg>
        <pc:spChg chg="add mod">
          <ac:chgData name="" userId="" providerId="" clId="Web-{3495579C-5366-4F5D-AC85-4DCA76B69EAB}" dt="2026-09-24T17:29:18.372" v="67" actId="34807"/>
          <ac:spMkLst>
            <pc:docMk/>
            <pc:sldMk cId="2991556798" sldId="1271"/>
            <ac:spMk id="1551" creationId="{187FCEE6-9388-9A16-9D14-53F2099D2393}"/>
          </ac:spMkLst>
        </pc:spChg>
        <pc:spChg chg="add mod">
          <ac:chgData name="" userId="" providerId="" clId="Web-{3495579C-5366-4F5D-AC85-4DCA76B69EAB}" dt="2026-09-24T17:20:17.180" v="22" actId="34807"/>
          <ac:spMkLst>
            <pc:docMk/>
            <pc:sldMk cId="2991556798" sldId="1271"/>
            <ac:spMk id="1576" creationId="{D63EC570-7C3B-E7E8-2449-5D9BEFF819CB}"/>
          </ac:spMkLst>
        </pc:spChg>
        <pc:spChg chg="add mod">
          <ac:chgData name="" userId="" providerId="" clId="Web-{3495579C-5366-4F5D-AC85-4DCA76B69EAB}" dt="2026-09-24T17:30:47.860" v="69" actId="34807"/>
          <ac:spMkLst>
            <pc:docMk/>
            <pc:sldMk cId="2991556798" sldId="1271"/>
            <ac:spMk id="5682" creationId="{044A31F5-0C80-1C65-D272-55A4ACDA7278}"/>
          </ac:spMkLst>
        </pc:spChg>
        <pc:spChg chg="add mod">
          <ac:chgData name="" userId="" providerId="" clId="Web-{3495579C-5366-4F5D-AC85-4DCA76B69EAB}" dt="2026-09-24T17:32:01.675" v="71" actId="34807"/>
          <ac:spMkLst>
            <pc:docMk/>
            <pc:sldMk cId="2991556798" sldId="1271"/>
            <ac:spMk id="5683" creationId="{DCB46A02-5FCB-BA9B-3386-DC8EAD1591D3}"/>
          </ac:spMkLst>
        </pc:spChg>
      </pc:sldChg>
      <pc:sldChg chg="addSp delSp modSp add mod setBg modNotesTx">
        <pc:chgData name="" userId="" providerId="" clId="Web-{3495579C-5366-4F5D-AC85-4DCA76B69EAB}" dt="2026-09-24T17:30:04.280" v="68" actId="34807"/>
        <pc:sldMkLst>
          <pc:docMk/>
          <pc:sldMk cId="2092286000" sldId="1477"/>
        </pc:sldMkLst>
        <pc:spChg chg="add mod">
          <ac:chgData name="" userId="" providerId="" clId="Web-{3495579C-5366-4F5D-AC85-4DCA76B69EAB}" dt="2026-09-24T17:20:22.165" v="25" actId="34807"/>
          <ac:spMkLst>
            <pc:docMk/>
            <pc:sldMk cId="2092286000" sldId="1477"/>
            <ac:spMk id="1603" creationId="{DDA0D545-BD52-83F4-DBEA-86DACFBBAD76}"/>
          </ac:spMkLst>
        </pc:spChg>
        <pc:spChg chg="mod">
          <ac:chgData name="" userId="" providerId="" clId="Web-{3495579C-5366-4F5D-AC85-4DCA76B69EAB}" dt="2026-09-24T17:20:23.556" v="27" actId="34807"/>
          <ac:spMkLst>
            <pc:docMk/>
            <pc:sldMk cId="2092286000" sldId="1477"/>
            <ac:spMk id="1617" creationId="{7E690E89-D6CF-46F0-66A4-B007F635D02B}"/>
          </ac:spMkLst>
        </pc:spChg>
        <pc:spChg chg="add mod">
          <ac:chgData name="" userId="" providerId="" clId="Web-{3495579C-5366-4F5D-AC85-4DCA76B69EAB}" dt="2026-09-24T17:20:23.556" v="27" actId="34807"/>
          <ac:spMkLst>
            <pc:docMk/>
            <pc:sldMk cId="2092286000" sldId="1477"/>
            <ac:spMk id="1638" creationId="{C89F2768-0AE5-7694-B2AC-65D510776977}"/>
          </ac:spMkLst>
        </pc:spChg>
        <pc:spChg chg="add mod">
          <ac:chgData name="" userId="" providerId="" clId="Web-{3495579C-5366-4F5D-AC85-4DCA76B69EAB}" dt="2026-09-24T17:20:22.165" v="25" actId="34807"/>
          <ac:spMkLst>
            <pc:docMk/>
            <pc:sldMk cId="2092286000" sldId="1477"/>
            <ac:spMk id="1657" creationId="{127A8500-9383-1B77-FC21-066EC30DCE65}"/>
          </ac:spMkLst>
        </pc:spChg>
        <pc:spChg chg="mod">
          <ac:chgData name="" userId="" providerId="" clId="Web-{3495579C-5366-4F5D-AC85-4DCA76B69EAB}" dt="2026-09-24T17:25:21.223" v="54" actId="34807"/>
          <ac:spMkLst>
            <pc:docMk/>
            <pc:sldMk cId="2092286000" sldId="1477"/>
            <ac:spMk id="1668" creationId="{AD38BD73-C091-3C00-B7C4-6BB4FBB42501}"/>
          </ac:spMkLst>
        </pc:spChg>
        <pc:spChg chg="add mod">
          <ac:chgData name="" userId="" providerId="" clId="Web-{3495579C-5366-4F5D-AC85-4DCA76B69EAB}" dt="2026-09-24T17:20:23.556" v="27" actId="34807"/>
          <ac:spMkLst>
            <pc:docMk/>
            <pc:sldMk cId="2092286000" sldId="1477"/>
            <ac:spMk id="1680" creationId="{4C2332B8-6AE8-7FC8-337A-3A6D19DDCE8D}"/>
          </ac:spMkLst>
        </pc:spChg>
        <pc:spChg chg="add mod">
          <ac:chgData name="" userId="" providerId="" clId="Web-{3495579C-5366-4F5D-AC85-4DCA76B69EAB}" dt="2026-09-24T17:25:21.223" v="54" actId="34807"/>
          <ac:spMkLst>
            <pc:docMk/>
            <pc:sldMk cId="2092286000" sldId="1477"/>
            <ac:spMk id="1722" creationId="{FE8F2FBE-0542-9324-1A65-3BD68DBC6CB2}"/>
          </ac:spMkLst>
        </pc:spChg>
        <pc:spChg chg="mod">
          <ac:chgData name="" userId="" providerId="" clId="Web-{3495579C-5366-4F5D-AC85-4DCA76B69EAB}" dt="2026-09-24T17:20:23.556" v="27" actId="34807"/>
          <ac:spMkLst>
            <pc:docMk/>
            <pc:sldMk cId="2092286000" sldId="1477"/>
            <ac:spMk id="1738" creationId="{B91B4466-EDD9-0B5D-2B3D-CE4D8A9D9E0B}"/>
          </ac:spMkLst>
        </pc:spChg>
        <pc:spChg chg="add mod">
          <ac:chgData name="" userId="" providerId="" clId="Web-{3495579C-5366-4F5D-AC85-4DCA76B69EAB}" dt="2026-09-24T17:25:21.223" v="54" actId="34807"/>
          <ac:spMkLst>
            <pc:docMk/>
            <pc:sldMk cId="2092286000" sldId="1477"/>
            <ac:spMk id="1792" creationId="{D86031A6-FC3F-F5A4-6911-8E9F6ECFEBD5}"/>
          </ac:spMkLst>
        </pc:spChg>
        <pc:spChg chg="add mod">
          <ac:chgData name="" userId="" providerId="" clId="Web-{3495579C-5366-4F5D-AC85-4DCA76B69EAB}" dt="2026-09-24T17:20:23.556" v="27" actId="34807"/>
          <ac:spMkLst>
            <pc:docMk/>
            <pc:sldMk cId="2092286000" sldId="1477"/>
            <ac:spMk id="1812" creationId="{1952328B-FD4E-08F1-5263-2BF8B26C02FF}"/>
          </ac:spMkLst>
        </pc:spChg>
        <pc:spChg chg="add mod">
          <ac:chgData name="" userId="" providerId="" clId="Web-{3495579C-5366-4F5D-AC85-4DCA76B69EAB}" dt="2026-09-24T17:30:04.280" v="68" actId="34807"/>
          <ac:spMkLst>
            <pc:docMk/>
            <pc:sldMk cId="2092286000" sldId="1477"/>
            <ac:spMk id="1833" creationId="{351AFE22-1866-7D11-BBD9-CA3619DC8972}"/>
          </ac:spMkLst>
        </pc:spChg>
        <pc:spChg chg="mod">
          <ac:chgData name="" userId="" providerId="" clId="Web-{3495579C-5366-4F5D-AC85-4DCA76B69EAB}" dt="2026-09-24T17:25:21.223" v="54" actId="34807"/>
          <ac:spMkLst>
            <pc:docMk/>
            <pc:sldMk cId="2092286000" sldId="1477"/>
            <ac:spMk id="1878" creationId="{241671C0-570C-C76E-714F-0A163768B61A}"/>
          </ac:spMkLst>
        </pc:spChg>
        <pc:spChg chg="mod">
          <ac:chgData name="" userId="" providerId="" clId="Web-{3495579C-5366-4F5D-AC85-4DCA76B69EAB}" dt="2026-09-24T17:20:23.556" v="27" actId="34807"/>
          <ac:spMkLst>
            <pc:docMk/>
            <pc:sldMk cId="2092286000" sldId="1477"/>
            <ac:spMk id="1902" creationId="{1877F429-BFEB-0207-5E2C-2E2176967777}"/>
          </ac:spMkLst>
        </pc:spChg>
        <pc:spChg chg="add mod">
          <ac:chgData name="" userId="" providerId="" clId="Web-{3495579C-5366-4F5D-AC85-4DCA76B69EAB}" dt="2026-09-24T17:20:22.165" v="25" actId="34807"/>
          <ac:spMkLst>
            <pc:docMk/>
            <pc:sldMk cId="2092286000" sldId="1477"/>
            <ac:spMk id="1927" creationId="{03CA251B-5BF3-DA21-1235-19A614800BC1}"/>
          </ac:spMkLst>
        </pc:spChg>
        <pc:spChg chg="add del mod">
          <ac:chgData name="" userId="" providerId="" clId="Web-{3495579C-5366-4F5D-AC85-4DCA76B69EAB}" dt="2026-09-24T17:25:21.223" v="54" actId="34807"/>
          <ac:spMkLst>
            <pc:docMk/>
            <pc:sldMk cId="2092286000" sldId="1477"/>
            <ac:spMk id="1980" creationId="{BB8B4952-1AAE-EC8D-515F-CC33F5DFE506}"/>
          </ac:spMkLst>
        </pc:spChg>
        <pc:spChg chg="add mod">
          <ac:chgData name="" userId="" providerId="" clId="Web-{3495579C-5366-4F5D-AC85-4DCA76B69EAB}" dt="2026-09-24T17:25:15.941" v="53" actId="34807"/>
          <ac:spMkLst>
            <pc:docMk/>
            <pc:sldMk cId="2092286000" sldId="1477"/>
            <ac:spMk id="4273" creationId="{87353ED9-EEAE-9874-6F46-062AF76B0AE7}"/>
          </ac:spMkLst>
        </pc:spChg>
      </pc:sldChg>
      <pc:sldChg chg="addSp delSp modSp add mod setBg modNotesTx">
        <pc:chgData name="" userId="" providerId="" clId="Web-{3495579C-5366-4F5D-AC85-4DCA76B69EAB}" dt="2026-09-24T17:28:04.119" v="65" actId="34807"/>
        <pc:sldMkLst>
          <pc:docMk/>
          <pc:sldMk cId="299437470" sldId="1684"/>
        </pc:sldMkLst>
        <pc:spChg chg="add mod">
          <ac:chgData name="" userId="" providerId="" clId="Web-{3495579C-5366-4F5D-AC85-4DCA76B69EAB}" dt="2026-09-24T17:20:27.337" v="28" actId="34807"/>
          <ac:spMkLst>
            <pc:docMk/>
            <pc:sldMk cId="299437470" sldId="1684"/>
            <ac:spMk id="1986" creationId="{D10D2B13-BD7E-5B20-0236-AB238A8F7D1A}"/>
          </ac:spMkLst>
        </pc:spChg>
        <pc:spChg chg="mod">
          <ac:chgData name="" userId="" providerId="" clId="Web-{3495579C-5366-4F5D-AC85-4DCA76B69EAB}" dt="2026-09-24T17:20:29.118" v="30" actId="34807"/>
          <ac:spMkLst>
            <pc:docMk/>
            <pc:sldMk cId="299437470" sldId="1684"/>
            <ac:spMk id="1995" creationId="{2609A569-5441-3CFD-1D92-3BDE8B6AAC12}"/>
          </ac:spMkLst>
        </pc:spChg>
        <pc:spChg chg="mod">
          <ac:chgData name="" userId="" providerId="" clId="Web-{3495579C-5366-4F5D-AC85-4DCA76B69EAB}" dt="2026-09-24T17:20:29.118" v="30" actId="34807"/>
          <ac:spMkLst>
            <pc:docMk/>
            <pc:sldMk cId="299437470" sldId="1684"/>
            <ac:spMk id="2016" creationId="{C36867E9-7005-F0D5-1CCD-23AC3E2E6E39}"/>
          </ac:spMkLst>
        </pc:spChg>
        <pc:spChg chg="add mod">
          <ac:chgData name="" userId="" providerId="" clId="Web-{3495579C-5366-4F5D-AC85-4DCA76B69EAB}" dt="2026-09-24T17:20:27.337" v="28" actId="34807"/>
          <ac:spMkLst>
            <pc:docMk/>
            <pc:sldMk cId="299437470" sldId="1684"/>
            <ac:spMk id="2025" creationId="{CE3021B8-234A-888D-690C-AD8FED14F14C}"/>
          </ac:spMkLst>
        </pc:spChg>
        <pc:spChg chg="mod">
          <ac:chgData name="" userId="" providerId="" clId="Web-{3495579C-5366-4F5D-AC85-4DCA76B69EAB}" dt="2026-09-24T17:20:29.118" v="30" actId="34807"/>
          <ac:spMkLst>
            <pc:docMk/>
            <pc:sldMk cId="299437470" sldId="1684"/>
            <ac:spMk id="2071" creationId="{E6C0EFF9-0392-B47E-E09D-F7CC93A5E397}"/>
          </ac:spMkLst>
        </pc:spChg>
        <pc:spChg chg="add del mod">
          <ac:chgData name="" userId="" providerId="" clId="Web-{3495579C-5366-4F5D-AC85-4DCA76B69EAB}" dt="2026-09-24T17:25:21.223" v="54" actId="34807"/>
          <ac:spMkLst>
            <pc:docMk/>
            <pc:sldMk cId="299437470" sldId="1684"/>
            <ac:spMk id="2085" creationId="{E4ACBADE-AF27-C3B3-062D-3A601CA2381C}"/>
          </ac:spMkLst>
        </pc:spChg>
        <pc:spChg chg="mod">
          <ac:chgData name="" userId="" providerId="" clId="Web-{3495579C-5366-4F5D-AC85-4DCA76B69EAB}" dt="2026-09-24T17:20:29.118" v="30" actId="34807"/>
          <ac:spMkLst>
            <pc:docMk/>
            <pc:sldMk cId="299437470" sldId="1684"/>
            <ac:spMk id="2100" creationId="{EED7C7C1-85B6-5650-1225-2C6CB08BDAFD}"/>
          </ac:spMkLst>
        </pc:spChg>
        <pc:spChg chg="mod">
          <ac:chgData name="" userId="" providerId="" clId="Web-{3495579C-5366-4F5D-AC85-4DCA76B69EAB}" dt="2026-09-24T17:20:29.118" v="30" actId="34807"/>
          <ac:spMkLst>
            <pc:docMk/>
            <pc:sldMk cId="299437470" sldId="1684"/>
            <ac:spMk id="2133" creationId="{BD176EA6-A6D8-4E18-F16D-3C2D1E1A7DDA}"/>
          </ac:spMkLst>
        </pc:spChg>
        <pc:spChg chg="add del mod">
          <ac:chgData name="" userId="" providerId="" clId="Web-{3495579C-5366-4F5D-AC85-4DCA76B69EAB}" dt="2026-09-24T17:25:21.223" v="54" actId="34807"/>
          <ac:spMkLst>
            <pc:docMk/>
            <pc:sldMk cId="299437470" sldId="1684"/>
            <ac:spMk id="2170" creationId="{7E459F7C-2003-6F6F-06C8-1159DA7E5C4C}"/>
          </ac:spMkLst>
        </pc:spChg>
        <pc:spChg chg="del">
          <ac:chgData name="" userId="" providerId="" clId="Web-{3495579C-5366-4F5D-AC85-4DCA76B69EAB}" dt="2026-09-24T17:25:21.223" v="54" actId="34807"/>
          <ac:spMkLst>
            <pc:docMk/>
            <pc:sldMk cId="299437470" sldId="1684"/>
            <ac:spMk id="2190" creationId="{BF564AC1-24B2-F31E-DC79-86F8B98B92A0}"/>
          </ac:spMkLst>
        </pc:spChg>
        <pc:spChg chg="add del mod">
          <ac:chgData name="" userId="" providerId="" clId="Web-{3495579C-5366-4F5D-AC85-4DCA76B69EAB}" dt="2026-09-24T17:25:21.223" v="54" actId="34807"/>
          <ac:spMkLst>
            <pc:docMk/>
            <pc:sldMk cId="299437470" sldId="1684"/>
            <ac:spMk id="2256" creationId="{E6EB0273-D969-876C-EA6A-7297C20CE8AA}"/>
          </ac:spMkLst>
        </pc:spChg>
        <pc:spChg chg="add del mod">
          <ac:chgData name="" userId="" providerId="" clId="Web-{3495579C-5366-4F5D-AC85-4DCA76B69EAB}" dt="2026-09-24T17:25:21.223" v="54" actId="34807"/>
          <ac:spMkLst>
            <pc:docMk/>
            <pc:sldMk cId="299437470" sldId="1684"/>
            <ac:spMk id="2305" creationId="{D626C394-68B4-F3AD-05FB-A003BF393238}"/>
          </ac:spMkLst>
        </pc:spChg>
        <pc:spChg chg="add del mod">
          <ac:chgData name="" userId="" providerId="" clId="Web-{3495579C-5366-4F5D-AC85-4DCA76B69EAB}" dt="2026-09-24T17:25:21.223" v="54" actId="34807"/>
          <ac:spMkLst>
            <pc:docMk/>
            <pc:sldMk cId="299437470" sldId="1684"/>
            <ac:spMk id="2415" creationId="{0CE55FE2-C28E-C5CA-7881-3352E354CFE2}"/>
          </ac:spMkLst>
        </pc:spChg>
        <pc:spChg chg="add del mod">
          <ac:chgData name="" userId="" providerId="" clId="Web-{3495579C-5366-4F5D-AC85-4DCA76B69EAB}" dt="2026-09-24T17:25:21.223" v="54" actId="34807"/>
          <ac:spMkLst>
            <pc:docMk/>
            <pc:sldMk cId="299437470" sldId="1684"/>
            <ac:spMk id="2445" creationId="{F748B283-9F2E-7E5D-3CB1-FBC466AD8DD8}"/>
          </ac:spMkLst>
        </pc:spChg>
        <pc:spChg chg="del">
          <ac:chgData name="" userId="" providerId="" clId="Web-{3495579C-5366-4F5D-AC85-4DCA76B69EAB}" dt="2026-09-24T17:25:21.223" v="54" actId="34807"/>
          <ac:spMkLst>
            <pc:docMk/>
            <pc:sldMk cId="299437470" sldId="1684"/>
            <ac:spMk id="2476" creationId="{A80C0DD9-C257-0C03-368D-1A62376F958A}"/>
          </ac:spMkLst>
        </pc:spChg>
        <pc:spChg chg="add del mod">
          <ac:chgData name="" userId="" providerId="" clId="Web-{3495579C-5366-4F5D-AC85-4DCA76B69EAB}" dt="2026-09-24T17:25:21.223" v="54" actId="34807"/>
          <ac:spMkLst>
            <pc:docMk/>
            <pc:sldMk cId="299437470" sldId="1684"/>
            <ac:spMk id="2508" creationId="{8BD4436B-E879-D02D-C802-30266E09FE42}"/>
          </ac:spMkLst>
        </pc:spChg>
        <pc:spChg chg="add del mod">
          <ac:chgData name="" userId="" providerId="" clId="Web-{3495579C-5366-4F5D-AC85-4DCA76B69EAB}" dt="2026-09-24T17:25:21.223" v="54" actId="34807"/>
          <ac:spMkLst>
            <pc:docMk/>
            <pc:sldMk cId="299437470" sldId="1684"/>
            <ac:spMk id="2575" creationId="{0285EF8B-9032-16B2-DF33-2F8741148EC1}"/>
          </ac:spMkLst>
        </pc:spChg>
        <pc:spChg chg="add mod">
          <ac:chgData name="" userId="" providerId="" clId="Web-{3495579C-5366-4F5D-AC85-4DCA76B69EAB}" dt="2026-09-24T17:25:15.941" v="53" actId="34807"/>
          <ac:spMkLst>
            <pc:docMk/>
            <pc:sldMk cId="299437470" sldId="1684"/>
            <ac:spMk id="4123" creationId="{AE699E6E-E333-6F47-D8A2-120E478FF86F}"/>
          </ac:spMkLst>
        </pc:spChg>
        <pc:spChg chg="add mod">
          <ac:chgData name="" userId="" providerId="" clId="Web-{3495579C-5366-4F5D-AC85-4DCA76B69EAB}" dt="2026-09-24T17:25:15.941" v="53" actId="34807"/>
          <ac:spMkLst>
            <pc:docMk/>
            <pc:sldMk cId="299437470" sldId="1684"/>
            <ac:spMk id="4373" creationId="{3998E510-7839-0575-4981-9E754B51BED0}"/>
          </ac:spMkLst>
        </pc:spChg>
        <pc:spChg chg="mod">
          <ac:chgData name="" userId="" providerId="" clId="Web-{3495579C-5366-4F5D-AC85-4DCA76B69EAB}" dt="2026-09-24T17:25:25.848" v="55" actId="34807"/>
          <ac:spMkLst>
            <pc:docMk/>
            <pc:sldMk cId="299437470" sldId="1684"/>
            <ac:spMk id="4396" creationId="{9B165EEE-CE6D-6F97-58CF-155882122C94}"/>
          </ac:spMkLst>
        </pc:spChg>
        <pc:spChg chg="add mod">
          <ac:chgData name="" userId="" providerId="" clId="Web-{3495579C-5366-4F5D-AC85-4DCA76B69EAB}" dt="2026-09-24T17:25:15.941" v="53" actId="34807"/>
          <ac:spMkLst>
            <pc:docMk/>
            <pc:sldMk cId="299437470" sldId="1684"/>
            <ac:spMk id="4420" creationId="{EFD4D487-0820-B126-862B-BFF3FE4D1C41}"/>
          </ac:spMkLst>
        </pc:spChg>
        <pc:spChg chg="add mod">
          <ac:chgData name="" userId="" providerId="" clId="Web-{3495579C-5366-4F5D-AC85-4DCA76B69EAB}" dt="2026-09-24T17:25:25.848" v="55" actId="34807"/>
          <ac:spMkLst>
            <pc:docMk/>
            <pc:sldMk cId="299437470" sldId="1684"/>
            <ac:spMk id="4445" creationId="{21252C53-B05F-E741-03C6-EFC57869837A}"/>
          </ac:spMkLst>
        </pc:spChg>
        <pc:spChg chg="add mod">
          <ac:chgData name="" userId="" providerId="" clId="Web-{3495579C-5366-4F5D-AC85-4DCA76B69EAB}" dt="2026-09-24T17:25:25.848" v="55" actId="34807"/>
          <ac:spMkLst>
            <pc:docMk/>
            <pc:sldMk cId="299437470" sldId="1684"/>
            <ac:spMk id="4498" creationId="{C343E840-BEB1-1696-B6B4-49B2F345EC8A}"/>
          </ac:spMkLst>
        </pc:spChg>
        <pc:spChg chg="mod">
          <ac:chgData name="" userId="" providerId="" clId="Web-{3495579C-5366-4F5D-AC85-4DCA76B69EAB}" dt="2026-09-24T17:25:25.848" v="55" actId="34807"/>
          <ac:spMkLst>
            <pc:docMk/>
            <pc:sldMk cId="299437470" sldId="1684"/>
            <ac:spMk id="4555" creationId="{F797F44A-F32D-D164-146F-D8857A7F0185}"/>
          </ac:spMkLst>
        </pc:spChg>
        <pc:spChg chg="mod">
          <ac:chgData name="" userId="" providerId="" clId="Web-{3495579C-5366-4F5D-AC85-4DCA76B69EAB}" dt="2026-09-24T17:25:25.848" v="55" actId="34807"/>
          <ac:spMkLst>
            <pc:docMk/>
            <pc:sldMk cId="299437470" sldId="1684"/>
            <ac:spMk id="4585" creationId="{CE654CEF-9133-1B2D-FD5F-FD7D4B74D8C8}"/>
          </ac:spMkLst>
        </pc:spChg>
        <pc:spChg chg="add mod">
          <ac:chgData name="" userId="" providerId="" clId="Web-{3495579C-5366-4F5D-AC85-4DCA76B69EAB}" dt="2026-09-24T17:25:15.941" v="53" actId="34807"/>
          <ac:spMkLst>
            <pc:docMk/>
            <pc:sldMk cId="299437470" sldId="1684"/>
            <ac:spMk id="4681" creationId="{D79254D8-7F00-DA4F-ACAD-E0CE38EACF79}"/>
          </ac:spMkLst>
        </pc:spChg>
        <pc:spChg chg="add mod">
          <ac:chgData name="" userId="" providerId="" clId="Web-{3495579C-5366-4F5D-AC85-4DCA76B69EAB}" dt="2026-09-24T17:25:15.941" v="53" actId="34807"/>
          <ac:spMkLst>
            <pc:docMk/>
            <pc:sldMk cId="299437470" sldId="1684"/>
            <ac:spMk id="4861" creationId="{222DD587-B2E9-9716-B7FE-CC52FE34DB21}"/>
          </ac:spMkLst>
        </pc:spChg>
        <pc:spChg chg="add mod">
          <ac:chgData name="" userId="" providerId="" clId="Web-{3495579C-5366-4F5D-AC85-4DCA76B69EAB}" dt="2026-09-24T17:25:15.941" v="53" actId="34807"/>
          <ac:spMkLst>
            <pc:docMk/>
            <pc:sldMk cId="299437470" sldId="1684"/>
            <ac:spMk id="4900" creationId="{8B2CEEF5-9DC7-CA49-473D-F7F3B0AB7FB7}"/>
          </ac:spMkLst>
        </pc:spChg>
        <pc:spChg chg="add mod">
          <ac:chgData name="" userId="" providerId="" clId="Web-{3495579C-5366-4F5D-AC85-4DCA76B69EAB}" dt="2026-09-24T17:28:04.119" v="65" actId="34807"/>
          <ac:spMkLst>
            <pc:docMk/>
            <pc:sldMk cId="299437470" sldId="1684"/>
            <ac:spMk id="5110" creationId="{95DC26B5-C2DD-A918-CE53-F7952583A3BD}"/>
          </ac:spMkLst>
        </pc:spChg>
        <pc:spChg chg="add mod">
          <ac:chgData name="" userId="" providerId="" clId="Web-{3495579C-5366-4F5D-AC85-4DCA76B69EAB}" dt="2026-09-24T17:25:15.941" v="53" actId="34807"/>
          <ac:spMkLst>
            <pc:docMk/>
            <pc:sldMk cId="299437470" sldId="1684"/>
            <ac:spMk id="5155" creationId="{F3971DC1-041B-2D39-B42B-3020E1CEC99F}"/>
          </ac:spMkLst>
        </pc:spChg>
      </pc:sldChg>
      <pc:sldChg chg="addSp delSp modSp add mod setBg modNotesTx">
        <pc:chgData name="" userId="" providerId="" clId="Web-{3495579C-5366-4F5D-AC85-4DCA76B69EAB}" dt="2026-09-24T17:36:11.684" v="77" actId="34807"/>
        <pc:sldMkLst>
          <pc:docMk/>
          <pc:sldMk cId="164379482" sldId="1892"/>
        </pc:sldMkLst>
        <pc:spChg chg="add mod">
          <ac:chgData name="" userId="" providerId="" clId="Web-{3495579C-5366-4F5D-AC85-4DCA76B69EAB}" dt="2026-09-24T17:20:34.884" v="31" actId="34807"/>
          <ac:spMkLst>
            <pc:docMk/>
            <pc:sldMk cId="164379482" sldId="1892"/>
            <ac:spMk id="2647" creationId="{19E7C8E9-FEFB-64EF-0BD2-EB6ED697226C}"/>
          </ac:spMkLst>
        </pc:spChg>
        <pc:spChg chg="add mod">
          <ac:chgData name="" userId="" providerId="" clId="Web-{3495579C-5366-4F5D-AC85-4DCA76B69EAB}" dt="2026-09-24T17:20:34.884" v="31" actId="34807"/>
          <ac:spMkLst>
            <pc:docMk/>
            <pc:sldMk cId="164379482" sldId="1892"/>
            <ac:spMk id="2649" creationId="{F7486D9F-A512-D143-101C-CDD1515232C1}"/>
          </ac:spMkLst>
        </pc:spChg>
        <pc:spChg chg="add mod">
          <ac:chgData name="" userId="" providerId="" clId="Web-{3495579C-5366-4F5D-AC85-4DCA76B69EAB}" dt="2026-09-24T17:20:34.884" v="31" actId="34807"/>
          <ac:spMkLst>
            <pc:docMk/>
            <pc:sldMk cId="164379482" sldId="1892"/>
            <ac:spMk id="2652" creationId="{B876533A-1EC8-2048-2E24-34BA07889085}"/>
          </ac:spMkLst>
        </pc:spChg>
        <pc:spChg chg="add mod">
          <ac:chgData name="" userId="" providerId="" clId="Web-{3495579C-5366-4F5D-AC85-4DCA76B69EAB}" dt="2026-09-24T17:20:34.884" v="31" actId="34807"/>
          <ac:spMkLst>
            <pc:docMk/>
            <pc:sldMk cId="164379482" sldId="1892"/>
            <ac:spMk id="2656" creationId="{3B25F068-02EA-BE54-EFD7-AC1BC22758B7}"/>
          </ac:spMkLst>
        </pc:spChg>
        <pc:spChg chg="add mod">
          <ac:chgData name="" userId="" providerId="" clId="Web-{3495579C-5366-4F5D-AC85-4DCA76B69EAB}" dt="2026-09-24T17:20:36.915" v="33" actId="34807"/>
          <ac:spMkLst>
            <pc:docMk/>
            <pc:sldMk cId="164379482" sldId="1892"/>
            <ac:spMk id="2661" creationId="{E26629D5-4C17-DFC5-0065-2A5E0DA9FE7D}"/>
          </ac:spMkLst>
        </pc:spChg>
        <pc:spChg chg="add mod">
          <ac:chgData name="" userId="" providerId="" clId="Web-{3495579C-5366-4F5D-AC85-4DCA76B69EAB}" dt="2026-09-24T17:20:34.884" v="31" actId="34807"/>
          <ac:spMkLst>
            <pc:docMk/>
            <pc:sldMk cId="164379482" sldId="1892"/>
            <ac:spMk id="2667" creationId="{057E1235-6927-8484-CFF7-02BB2E013D48}"/>
          </ac:spMkLst>
        </pc:spChg>
        <pc:spChg chg="add mod">
          <ac:chgData name="" userId="" providerId="" clId="Web-{3495579C-5366-4F5D-AC85-4DCA76B69EAB}" dt="2026-09-24T17:20:36.915" v="33" actId="34807"/>
          <ac:spMkLst>
            <pc:docMk/>
            <pc:sldMk cId="164379482" sldId="1892"/>
            <ac:spMk id="2682" creationId="{9B922589-487B-848F-61B8-85CE3534E13F}"/>
          </ac:spMkLst>
        </pc:spChg>
        <pc:spChg chg="add mod">
          <ac:chgData name="" userId="" providerId="" clId="Web-{3495579C-5366-4F5D-AC85-4DCA76B69EAB}" dt="2026-09-24T17:20:34.884" v="31" actId="34807"/>
          <ac:spMkLst>
            <pc:docMk/>
            <pc:sldMk cId="164379482" sldId="1892"/>
            <ac:spMk id="2691" creationId="{9F8F9AAB-FD09-0FA3-0B0B-7572B6707B16}"/>
          </ac:spMkLst>
        </pc:spChg>
        <pc:spChg chg="add mod">
          <ac:chgData name="" userId="" providerId="" clId="Web-{3495579C-5366-4F5D-AC85-4DCA76B69EAB}" dt="2026-09-24T17:20:34.884" v="31" actId="34807"/>
          <ac:spMkLst>
            <pc:docMk/>
            <pc:sldMk cId="164379482" sldId="1892"/>
            <ac:spMk id="2701" creationId="{6B7E9A5C-135E-47B0-B250-CBEFE6B992B1}"/>
          </ac:spMkLst>
        </pc:spChg>
        <pc:spChg chg="mod">
          <ac:chgData name="" userId="" providerId="" clId="Web-{3495579C-5366-4F5D-AC85-4DCA76B69EAB}" dt="2026-09-24T17:20:36.915" v="33" actId="34807"/>
          <ac:spMkLst>
            <pc:docMk/>
            <pc:sldMk cId="164379482" sldId="1892"/>
            <ac:spMk id="2712" creationId="{8E414FE0-61A2-5599-2258-9BD4599BABCE}"/>
          </ac:spMkLst>
        </pc:spChg>
        <pc:spChg chg="add del mod">
          <ac:chgData name="" userId="" providerId="" clId="Web-{3495579C-5366-4F5D-AC85-4DCA76B69EAB}" dt="2026-09-24T17:25:21.223" v="54" actId="34807"/>
          <ac:spMkLst>
            <pc:docMk/>
            <pc:sldMk cId="164379482" sldId="1892"/>
            <ac:spMk id="2724" creationId="{D96F092C-8B5D-2847-194E-40395AAA34EF}"/>
          </ac:spMkLst>
        </pc:spChg>
        <pc:spChg chg="add mod">
          <ac:chgData name="" userId="" providerId="" clId="Web-{3495579C-5366-4F5D-AC85-4DCA76B69EAB}" dt="2026-09-24T17:25:15.941" v="53" actId="34807"/>
          <ac:spMkLst>
            <pc:docMk/>
            <pc:sldMk cId="164379482" sldId="1892"/>
            <ac:spMk id="4126" creationId="{2F615A90-1EBD-88B5-C57D-CD0348C6B7F9}"/>
          </ac:spMkLst>
        </pc:spChg>
        <pc:spChg chg="mod">
          <ac:chgData name="" userId="" providerId="" clId="Web-{3495579C-5366-4F5D-AC85-4DCA76B69EAB}" dt="2026-09-24T17:36:11.684" v="77" actId="34807"/>
          <ac:spMkLst>
            <pc:docMk/>
            <pc:sldMk cId="164379482" sldId="1892"/>
            <ac:spMk id="5684" creationId="{CF50A8C7-1FBD-F089-277E-B49FEC1C529A}"/>
          </ac:spMkLst>
        </pc:spChg>
        <pc:spChg chg="mod">
          <ac:chgData name="" userId="" providerId="" clId="Web-{3495579C-5366-4F5D-AC85-4DCA76B69EAB}" dt="2026-09-24T17:34:09.398" v="75" actId="34807"/>
          <ac:spMkLst>
            <pc:docMk/>
            <pc:sldMk cId="164379482" sldId="1892"/>
            <ac:spMk id="5689" creationId="{E8D7393E-1B55-DB17-91D3-DE15EE6D5A40}"/>
          </ac:spMkLst>
        </pc:spChg>
        <pc:spChg chg="add mod">
          <ac:chgData name="" userId="" providerId="" clId="Web-{3495579C-5366-4F5D-AC85-4DCA76B69EAB}" dt="2026-09-24T17:34:05.461" v="73" actId="34807"/>
          <ac:spMkLst>
            <pc:docMk/>
            <pc:sldMk cId="164379482" sldId="1892"/>
            <ac:spMk id="5693" creationId="{F40FC978-1DC6-7A67-6A2B-6C3921D32D2F}"/>
          </ac:spMkLst>
        </pc:spChg>
        <pc:spChg chg="add mod">
          <ac:chgData name="" userId="" providerId="" clId="Web-{3495579C-5366-4F5D-AC85-4DCA76B69EAB}" dt="2026-09-24T17:34:09.398" v="75" actId="34807"/>
          <ac:spMkLst>
            <pc:docMk/>
            <pc:sldMk cId="164379482" sldId="1892"/>
            <ac:spMk id="5698" creationId="{8615B166-81F5-625A-7391-D6E3451669EA}"/>
          </ac:spMkLst>
        </pc:spChg>
        <pc:spChg chg="mod">
          <ac:chgData name="" userId="" providerId="" clId="Web-{3495579C-5366-4F5D-AC85-4DCA76B69EAB}" dt="2026-09-24T17:34:09.398" v="75" actId="34807"/>
          <ac:spMkLst>
            <pc:docMk/>
            <pc:sldMk cId="164379482" sldId="1892"/>
            <ac:spMk id="5711" creationId="{7A4DFB7B-AFA8-21B7-431B-89E6A36FB718}"/>
          </ac:spMkLst>
        </pc:spChg>
        <pc:spChg chg="add mod">
          <ac:chgData name="" userId="" providerId="" clId="Web-{3495579C-5366-4F5D-AC85-4DCA76B69EAB}" dt="2026-09-24T17:34:09.398" v="75" actId="34807"/>
          <ac:spMkLst>
            <pc:docMk/>
            <pc:sldMk cId="164379482" sldId="1892"/>
            <ac:spMk id="5728" creationId="{D093B732-425C-419F-B225-FCBFD973C1AE}"/>
          </ac:spMkLst>
        </pc:spChg>
        <pc:spChg chg="add mod">
          <ac:chgData name="" userId="" providerId="" clId="Web-{3495579C-5366-4F5D-AC85-4DCA76B69EAB}" dt="2026-09-24T17:34:05.461" v="73" actId="34807"/>
          <ac:spMkLst>
            <pc:docMk/>
            <pc:sldMk cId="164379482" sldId="1892"/>
            <ac:spMk id="5738" creationId="{A385FC76-474D-E700-DCD4-BB18D2FCB5CB}"/>
          </ac:spMkLst>
        </pc:spChg>
        <pc:spChg chg="mod">
          <ac:chgData name="" userId="" providerId="" clId="Web-{3495579C-5366-4F5D-AC85-4DCA76B69EAB}" dt="2026-09-24T17:34:09.398" v="75" actId="34807"/>
          <ac:spMkLst>
            <pc:docMk/>
            <pc:sldMk cId="164379482" sldId="1892"/>
            <ac:spMk id="5749" creationId="{96DEA5D4-9A16-5E4B-D58F-C4365076BF25}"/>
          </ac:spMkLst>
        </pc:spChg>
        <pc:spChg chg="add mod">
          <ac:chgData name="" userId="" providerId="" clId="Web-{3495579C-5366-4F5D-AC85-4DCA76B69EAB}" dt="2026-09-24T17:34:05.461" v="73" actId="34807"/>
          <ac:spMkLst>
            <pc:docMk/>
            <pc:sldMk cId="164379482" sldId="1892"/>
            <ac:spMk id="5761" creationId="{A4C341ED-115A-5E2F-4308-C28388CBA2B5}"/>
          </ac:spMkLst>
        </pc:spChg>
        <pc:spChg chg="add mod">
          <ac:chgData name="" userId="" providerId="" clId="Web-{3495579C-5366-4F5D-AC85-4DCA76B69EAB}" dt="2026-09-24T17:34:09.398" v="75" actId="34807"/>
          <ac:spMkLst>
            <pc:docMk/>
            <pc:sldMk cId="164379482" sldId="1892"/>
            <ac:spMk id="5774" creationId="{FE4532C5-48AB-A04F-084F-A12C74B7461F}"/>
          </ac:spMkLst>
        </pc:spChg>
        <pc:spChg chg="add mod">
          <ac:chgData name="" userId="" providerId="" clId="Web-{3495579C-5366-4F5D-AC85-4DCA76B69EAB}" dt="2026-09-24T17:34:05.461" v="73" actId="34807"/>
          <ac:spMkLst>
            <pc:docMk/>
            <pc:sldMk cId="164379482" sldId="1892"/>
            <ac:spMk id="5788" creationId="{D1D7256B-2E62-CBC2-D944-47DCE66464D3}"/>
          </ac:spMkLst>
        </pc:spChg>
        <pc:spChg chg="add mod">
          <ac:chgData name="" userId="" providerId="" clId="Web-{3495579C-5366-4F5D-AC85-4DCA76B69EAB}" dt="2026-09-24T17:34:09.398" v="75" actId="34807"/>
          <ac:spMkLst>
            <pc:docMk/>
            <pc:sldMk cId="164379482" sldId="1892"/>
            <ac:spMk id="5803" creationId="{B2A4CF1B-D41A-507B-1135-3A0A68F80BE0}"/>
          </ac:spMkLst>
        </pc:spChg>
        <pc:spChg chg="add mod">
          <ac:chgData name="" userId="" providerId="" clId="Web-{3495579C-5366-4F5D-AC85-4DCA76B69EAB}" dt="2026-09-24T17:34:05.461" v="73" actId="34807"/>
          <ac:spMkLst>
            <pc:docMk/>
            <pc:sldMk cId="164379482" sldId="1892"/>
            <ac:spMk id="5819" creationId="{720B5F57-B1AD-E249-D133-D6E60B74FE4A}"/>
          </ac:spMkLst>
        </pc:spChg>
        <pc:spChg chg="mod">
          <ac:chgData name="" userId="" providerId="" clId="Web-{3495579C-5366-4F5D-AC85-4DCA76B69EAB}" dt="2026-09-24T17:34:09.398" v="75" actId="34807"/>
          <ac:spMkLst>
            <pc:docMk/>
            <pc:sldMk cId="164379482" sldId="1892"/>
            <ac:spMk id="5854" creationId="{9F159116-D6D1-7FC2-34CD-934BB979CABA}"/>
          </ac:spMkLst>
        </pc:spChg>
        <pc:spChg chg="add mod">
          <ac:chgData name="" userId="" providerId="" clId="Web-{3495579C-5366-4F5D-AC85-4DCA76B69EAB}" dt="2026-09-24T17:36:11.684" v="77" actId="34807"/>
          <ac:spMkLst>
            <pc:docMk/>
            <pc:sldMk cId="164379482" sldId="1892"/>
            <ac:spMk id="5959" creationId="{CAEFA71F-069A-D67F-AFB3-F8D4EC4FDDFD}"/>
          </ac:spMkLst>
        </pc:spChg>
        <pc:spChg chg="mod">
          <ac:chgData name="" userId="" providerId="" clId="Web-{3495579C-5366-4F5D-AC85-4DCA76B69EAB}" dt="2026-09-24T17:36:11.684" v="77" actId="34807"/>
          <ac:spMkLst>
            <pc:docMk/>
            <pc:sldMk cId="164379482" sldId="1892"/>
            <ac:spMk id="5983" creationId="{DAA8A981-A637-53AB-8311-92531C089724}"/>
          </ac:spMkLst>
        </pc:spChg>
        <pc:graphicFrameChg chg="add del mod">
          <ac:chgData name="" userId="" providerId="" clId="Web-{3495579C-5366-4F5D-AC85-4DCA76B69EAB}" dt="2026-09-24T17:34:07.461" v="74" actId="34807"/>
          <ac:graphicFrameMkLst>
            <pc:docMk/>
            <pc:sldMk cId="164379482" sldId="1892"/>
            <ac:graphicFrameMk id="2" creationId="{435962E8-4C6C-0A02-9465-77AB08101EEE}"/>
          </ac:graphicFrameMkLst>
        </pc:graphicFrameChg>
      </pc:sldChg>
      <pc:sldChg chg="addSp delSp modSp add mod setBg modNotesTx">
        <pc:chgData name="" userId="" providerId="" clId="Web-{3495579C-5366-4F5D-AC85-4DCA76B69EAB}" dt="2026-09-24T17:36:11.684" v="77" actId="34807"/>
        <pc:sldMkLst>
          <pc:docMk/>
          <pc:sldMk cId="2023044257" sldId="2101"/>
        </pc:sldMkLst>
        <pc:spChg chg="add mod">
          <ac:chgData name="" userId="" providerId="" clId="Web-{3495579C-5366-4F5D-AC85-4DCA76B69EAB}" dt="2026-09-24T17:20:42.650" v="34" actId="34807"/>
          <ac:spMkLst>
            <pc:docMk/>
            <pc:sldMk cId="2023044257" sldId="2101"/>
            <ac:spMk id="2725" creationId="{1F88841B-A807-B40B-DDAD-9F7D549B2F3E}"/>
          </ac:spMkLst>
        </pc:spChg>
        <pc:spChg chg="add mod">
          <ac:chgData name="" userId="" providerId="" clId="Web-{3495579C-5366-4F5D-AC85-4DCA76B69EAB}" dt="2026-09-24T17:20:42.650" v="34" actId="34807"/>
          <ac:spMkLst>
            <pc:docMk/>
            <pc:sldMk cId="2023044257" sldId="2101"/>
            <ac:spMk id="2727" creationId="{5ABEBF6C-9FD3-02C6-8751-48436B66A527}"/>
          </ac:spMkLst>
        </pc:spChg>
        <pc:spChg chg="add mod">
          <ac:chgData name="" userId="" providerId="" clId="Web-{3495579C-5366-4F5D-AC85-4DCA76B69EAB}" dt="2026-09-24T17:20:42.650" v="34" actId="34807"/>
          <ac:spMkLst>
            <pc:docMk/>
            <pc:sldMk cId="2023044257" sldId="2101"/>
            <ac:spMk id="2730" creationId="{CA853484-3D03-9C3F-8F34-1A42F4FE91DF}"/>
          </ac:spMkLst>
        </pc:spChg>
        <pc:spChg chg="add mod">
          <ac:chgData name="" userId="" providerId="" clId="Web-{3495579C-5366-4F5D-AC85-4DCA76B69EAB}" dt="2026-09-24T17:20:42.650" v="34" actId="34807"/>
          <ac:spMkLst>
            <pc:docMk/>
            <pc:sldMk cId="2023044257" sldId="2101"/>
            <ac:spMk id="2734" creationId="{D101C917-9AA4-30EC-85AC-0DA7596C43A6}"/>
          </ac:spMkLst>
        </pc:spChg>
        <pc:spChg chg="add mod">
          <ac:chgData name="" userId="" providerId="" clId="Web-{3495579C-5366-4F5D-AC85-4DCA76B69EAB}" dt="2026-09-24T17:20:44.228" v="36" actId="34807"/>
          <ac:spMkLst>
            <pc:docMk/>
            <pc:sldMk cId="2023044257" sldId="2101"/>
            <ac:spMk id="2739" creationId="{872BF856-379E-F25A-A781-250A8D0A0670}"/>
          </ac:spMkLst>
        </pc:spChg>
        <pc:spChg chg="add mod">
          <ac:chgData name="" userId="" providerId="" clId="Web-{3495579C-5366-4F5D-AC85-4DCA76B69EAB}" dt="2026-09-24T17:20:42.650" v="34" actId="34807"/>
          <ac:spMkLst>
            <pc:docMk/>
            <pc:sldMk cId="2023044257" sldId="2101"/>
            <ac:spMk id="2745" creationId="{9F4CF7F1-EF96-EF98-6270-B0E18FC812AC}"/>
          </ac:spMkLst>
        </pc:spChg>
        <pc:spChg chg="add mod">
          <ac:chgData name="" userId="" providerId="" clId="Web-{3495579C-5366-4F5D-AC85-4DCA76B69EAB}" dt="2026-09-24T17:20:42.650" v="34" actId="34807"/>
          <ac:spMkLst>
            <pc:docMk/>
            <pc:sldMk cId="2023044257" sldId="2101"/>
            <ac:spMk id="2752" creationId="{4C6ED85E-3E20-89E4-5FC0-370C042EA5A5}"/>
          </ac:spMkLst>
        </pc:spChg>
        <pc:spChg chg="add mod">
          <ac:chgData name="" userId="" providerId="" clId="Web-{3495579C-5366-4F5D-AC85-4DCA76B69EAB}" dt="2026-09-24T17:20:44.228" v="36" actId="34807"/>
          <ac:spMkLst>
            <pc:docMk/>
            <pc:sldMk cId="2023044257" sldId="2101"/>
            <ac:spMk id="2760" creationId="{B761CDDB-DA02-9D04-1415-B856980A0CA1}"/>
          </ac:spMkLst>
        </pc:spChg>
        <pc:spChg chg="add mod">
          <ac:chgData name="" userId="" providerId="" clId="Web-{3495579C-5366-4F5D-AC85-4DCA76B69EAB}" dt="2026-09-24T17:20:42.650" v="34" actId="34807"/>
          <ac:spMkLst>
            <pc:docMk/>
            <pc:sldMk cId="2023044257" sldId="2101"/>
            <ac:spMk id="2779" creationId="{A0AC489B-5B5E-E5FD-8C9D-78334A4400C0}"/>
          </ac:spMkLst>
        </pc:spChg>
        <pc:spChg chg="add mod">
          <ac:chgData name="" userId="" providerId="" clId="Web-{3495579C-5366-4F5D-AC85-4DCA76B69EAB}" dt="2026-09-24T17:20:44.228" v="36" actId="34807"/>
          <ac:spMkLst>
            <pc:docMk/>
            <pc:sldMk cId="2023044257" sldId="2101"/>
            <ac:spMk id="2790" creationId="{11A5D85E-EABE-D175-FF34-867859E830C2}"/>
          </ac:spMkLst>
        </pc:spChg>
        <pc:spChg chg="del">
          <ac:chgData name="" userId="" providerId="" clId="Web-{3495579C-5366-4F5D-AC85-4DCA76B69EAB}" dt="2026-09-24T17:25:21.223" v="54" actId="34807"/>
          <ac:spMkLst>
            <pc:docMk/>
            <pc:sldMk cId="2023044257" sldId="2101"/>
            <ac:spMk id="2802" creationId="{C49BEF9B-C72C-ECC8-71B4-6947AC23CC2E}"/>
          </ac:spMkLst>
        </pc:spChg>
        <pc:spChg chg="add mod">
          <ac:chgData name="" userId="" providerId="" clId="Web-{3495579C-5366-4F5D-AC85-4DCA76B69EAB}" dt="2026-09-24T17:25:15.941" v="53" actId="34807"/>
          <ac:spMkLst>
            <pc:docMk/>
            <pc:sldMk cId="2023044257" sldId="2101"/>
            <ac:spMk id="4130" creationId="{763B5A5C-FB6D-40B3-0901-72A6FF1E081E}"/>
          </ac:spMkLst>
        </pc:spChg>
        <pc:spChg chg="mod">
          <ac:chgData name="" userId="" providerId="" clId="Web-{3495579C-5366-4F5D-AC85-4DCA76B69EAB}" dt="2026-09-24T17:36:11.684" v="77" actId="34807"/>
          <ac:spMkLst>
            <pc:docMk/>
            <pc:sldMk cId="2023044257" sldId="2101"/>
            <ac:spMk id="6008" creationId="{2484313F-6BEF-D331-FEF7-C7F5162F2171}"/>
          </ac:spMkLst>
        </pc:spChg>
        <pc:spChg chg="mod">
          <ac:chgData name="" userId="" providerId="" clId="Web-{3495579C-5366-4F5D-AC85-4DCA76B69EAB}" dt="2026-09-24T17:34:09.398" v="75" actId="34807"/>
          <ac:spMkLst>
            <pc:docMk/>
            <pc:sldMk cId="2023044257" sldId="2101"/>
            <ac:spMk id="6061" creationId="{4E45DE32-7ECF-BCB2-0289-D062E1E42944}"/>
          </ac:spMkLst>
        </pc:spChg>
        <pc:spChg chg="add mod">
          <ac:chgData name="" userId="" providerId="" clId="Web-{3495579C-5366-4F5D-AC85-4DCA76B69EAB}" dt="2026-09-24T17:34:09.398" v="75" actId="34807"/>
          <ac:spMkLst>
            <pc:docMk/>
            <pc:sldMk cId="2023044257" sldId="2101"/>
            <ac:spMk id="6118" creationId="{0E4F4895-B986-44A1-817C-B4C28F1F230E}"/>
          </ac:spMkLst>
        </pc:spChg>
        <pc:spChg chg="add mod">
          <ac:chgData name="" userId="" providerId="" clId="Web-{3495579C-5366-4F5D-AC85-4DCA76B69EAB}" dt="2026-09-24T17:34:05.461" v="73" actId="34807"/>
          <ac:spMkLst>
            <pc:docMk/>
            <pc:sldMk cId="2023044257" sldId="2101"/>
            <ac:spMk id="6179" creationId="{D987B7AA-C1DC-EBC3-4C75-875AF807D996}"/>
          </ac:spMkLst>
        </pc:spChg>
        <pc:spChg chg="add mod">
          <ac:chgData name="" userId="" providerId="" clId="Web-{3495579C-5366-4F5D-AC85-4DCA76B69EAB}" dt="2026-09-24T17:34:09.398" v="75" actId="34807"/>
          <ac:spMkLst>
            <pc:docMk/>
            <pc:sldMk cId="2023044257" sldId="2101"/>
            <ac:spMk id="6244" creationId="{923D8E59-4232-B0AC-FD9C-280FEF9EDEE6}"/>
          </ac:spMkLst>
        </pc:spChg>
        <pc:spChg chg="add mod">
          <ac:chgData name="" userId="" providerId="" clId="Web-{3495579C-5366-4F5D-AC85-4DCA76B69EAB}" dt="2026-09-24T17:34:09.398" v="75" actId="34807"/>
          <ac:spMkLst>
            <pc:docMk/>
            <pc:sldMk cId="2023044257" sldId="2101"/>
            <ac:spMk id="6313" creationId="{99ABF03A-994F-B13B-E5A5-BE4C92B2C4C6}"/>
          </ac:spMkLst>
        </pc:spChg>
        <pc:spChg chg="add mod">
          <ac:chgData name="" userId="" providerId="" clId="Web-{3495579C-5366-4F5D-AC85-4DCA76B69EAB}" dt="2026-09-24T17:34:09.398" v="75" actId="34807"/>
          <ac:spMkLst>
            <pc:docMk/>
            <pc:sldMk cId="2023044257" sldId="2101"/>
            <ac:spMk id="6386" creationId="{4D01111B-B6AA-1A65-BAE5-7F3CE9CC1A62}"/>
          </ac:spMkLst>
        </pc:spChg>
        <pc:spChg chg="add mod">
          <ac:chgData name="" userId="" providerId="" clId="Web-{3495579C-5366-4F5D-AC85-4DCA76B69EAB}" dt="2026-09-24T17:34:05.461" v="73" actId="34807"/>
          <ac:spMkLst>
            <pc:docMk/>
            <pc:sldMk cId="2023044257" sldId="2101"/>
            <ac:spMk id="6424" creationId="{66F1C723-43E3-92A8-84C6-8BF1A7B9E621}"/>
          </ac:spMkLst>
        </pc:spChg>
        <pc:spChg chg="mod">
          <ac:chgData name="" userId="" providerId="" clId="Web-{3495579C-5366-4F5D-AC85-4DCA76B69EAB}" dt="2026-09-24T17:34:09.398" v="75" actId="34807"/>
          <ac:spMkLst>
            <pc:docMk/>
            <pc:sldMk cId="2023044257" sldId="2101"/>
            <ac:spMk id="6463" creationId="{B9115AA4-A909-B1BE-A72F-1BAFDA63EEE1}"/>
          </ac:spMkLst>
        </pc:spChg>
        <pc:spChg chg="add mod">
          <ac:chgData name="" userId="" providerId="" clId="Web-{3495579C-5366-4F5D-AC85-4DCA76B69EAB}" dt="2026-09-24T17:34:09.398" v="75" actId="34807"/>
          <ac:spMkLst>
            <pc:docMk/>
            <pc:sldMk cId="2023044257" sldId="2101"/>
            <ac:spMk id="6544" creationId="{D3D8AFC5-F6D2-CF63-6B88-3FF8AB754EC4}"/>
          </ac:spMkLst>
        </pc:spChg>
        <pc:spChg chg="add mod">
          <ac:chgData name="" userId="" providerId="" clId="Web-{3495579C-5366-4F5D-AC85-4DCA76B69EAB}" dt="2026-09-24T17:34:05.461" v="73" actId="34807"/>
          <ac:spMkLst>
            <pc:docMk/>
            <pc:sldMk cId="2023044257" sldId="2101"/>
            <ac:spMk id="6586" creationId="{A8545554-2B84-832D-63EC-E5F64D75BA4D}"/>
          </ac:spMkLst>
        </pc:spChg>
        <pc:spChg chg="mod">
          <ac:chgData name="" userId="" providerId="" clId="Web-{3495579C-5366-4F5D-AC85-4DCA76B69EAB}" dt="2026-09-24T17:34:09.398" v="75" actId="34807"/>
          <ac:spMkLst>
            <pc:docMk/>
            <pc:sldMk cId="2023044257" sldId="2101"/>
            <ac:spMk id="6811" creationId="{D3D9D671-D417-BF30-AD3C-2844FDE06A43}"/>
          </ac:spMkLst>
        </pc:spChg>
        <pc:spChg chg="add mod">
          <ac:chgData name="" userId="" providerId="" clId="Web-{3495579C-5366-4F5D-AC85-4DCA76B69EAB}" dt="2026-09-24T17:34:05.461" v="73" actId="34807"/>
          <ac:spMkLst>
            <pc:docMk/>
            <pc:sldMk cId="2023044257" sldId="2101"/>
            <ac:spMk id="6859" creationId="{1A6CD2B3-D69F-7484-B89A-1529E181BB5C}"/>
          </ac:spMkLst>
        </pc:spChg>
        <pc:spChg chg="add mod">
          <ac:chgData name="" userId="" providerId="" clId="Web-{3495579C-5366-4F5D-AC85-4DCA76B69EAB}" dt="2026-09-24T17:36:11.684" v="77" actId="34807"/>
          <ac:spMkLst>
            <pc:docMk/>
            <pc:sldMk cId="2023044257" sldId="2101"/>
            <ac:spMk id="6908" creationId="{340BE62B-AAA9-9F3C-1C35-A257C1413394}"/>
          </ac:spMkLst>
        </pc:spChg>
        <pc:spChg chg="mod">
          <ac:chgData name="" userId="" providerId="" clId="Web-{3495579C-5366-4F5D-AC85-4DCA76B69EAB}" dt="2026-09-24T17:36:11.684" v="77" actId="34807"/>
          <ac:spMkLst>
            <pc:docMk/>
            <pc:sldMk cId="2023044257" sldId="2101"/>
            <ac:spMk id="6958" creationId="{7E958839-2704-82B4-6012-F98E7716BDD3}"/>
          </ac:spMkLst>
        </pc:spChg>
        <pc:graphicFrameChg chg="add del mod">
          <ac:chgData name="" userId="" providerId="" clId="Web-{3495579C-5366-4F5D-AC85-4DCA76B69EAB}" dt="2026-09-24T17:34:07.461" v="74" actId="34807"/>
          <ac:graphicFrameMkLst>
            <pc:docMk/>
            <pc:sldMk cId="2023044257" sldId="2101"/>
            <ac:graphicFrameMk id="2" creationId="{AA49129D-82BF-9055-4E51-55BFF6DB1757}"/>
          </ac:graphicFrameMkLst>
        </pc:graphicFrameChg>
      </pc:sldChg>
      <pc:sldChg chg="addSp delSp modSp add mod setBg modNotesTx">
        <pc:chgData name="" userId="" providerId="" clId="Web-{3495579C-5366-4F5D-AC85-4DCA76B69EAB}" dt="2026-09-24T17:25:21.223" v="54" actId="34807"/>
        <pc:sldMkLst>
          <pc:docMk/>
          <pc:sldMk cId="3962248221" sldId="2311"/>
        </pc:sldMkLst>
        <pc:spChg chg="add mod">
          <ac:chgData name="" userId="" providerId="" clId="Web-{3495579C-5366-4F5D-AC85-4DCA76B69EAB}" dt="2026-09-24T17:20:48.635" v="37" actId="34807"/>
          <ac:spMkLst>
            <pc:docMk/>
            <pc:sldMk cId="3962248221" sldId="2311"/>
            <ac:spMk id="2803" creationId="{01FC5EAE-D856-1619-A161-55C9A65713C7}"/>
          </ac:spMkLst>
        </pc:spChg>
        <pc:spChg chg="add mod">
          <ac:chgData name="" userId="" providerId="" clId="Web-{3495579C-5366-4F5D-AC85-4DCA76B69EAB}" dt="2026-09-24T17:20:48.635" v="37" actId="34807"/>
          <ac:spMkLst>
            <pc:docMk/>
            <pc:sldMk cId="3962248221" sldId="2311"/>
            <ac:spMk id="2805" creationId="{0023B2FC-59E2-6E48-A89C-C7DB3DB2D4F4}"/>
          </ac:spMkLst>
        </pc:spChg>
        <pc:spChg chg="add mod">
          <ac:chgData name="" userId="" providerId="" clId="Web-{3495579C-5366-4F5D-AC85-4DCA76B69EAB}" dt="2026-09-24T17:20:48.635" v="37" actId="34807"/>
          <ac:spMkLst>
            <pc:docMk/>
            <pc:sldMk cId="3962248221" sldId="2311"/>
            <ac:spMk id="2808" creationId="{FDDC2936-12C8-2524-9451-5C2525DE4A56}"/>
          </ac:spMkLst>
        </pc:spChg>
        <pc:spChg chg="mod">
          <ac:chgData name="" userId="" providerId="" clId="Web-{3495579C-5366-4F5D-AC85-4DCA76B69EAB}" dt="2026-09-24T17:20:50.682" v="39" actId="34807"/>
          <ac:spMkLst>
            <pc:docMk/>
            <pc:sldMk cId="3962248221" sldId="2311"/>
            <ac:spMk id="2817" creationId="{0AB1B470-B0B9-A2DB-7DD8-E3DBF26DF945}"/>
          </ac:spMkLst>
        </pc:spChg>
        <pc:spChg chg="mod">
          <ac:chgData name="" userId="" providerId="" clId="Web-{3495579C-5366-4F5D-AC85-4DCA76B69EAB}" dt="2026-09-24T17:20:50.682" v="39" actId="34807"/>
          <ac:spMkLst>
            <pc:docMk/>
            <pc:sldMk cId="3962248221" sldId="2311"/>
            <ac:spMk id="2838" creationId="{9EF0A0F8-D4F5-55FD-2E86-866449A8065F}"/>
          </ac:spMkLst>
        </pc:spChg>
        <pc:spChg chg="mod">
          <ac:chgData name="" userId="" providerId="" clId="Web-{3495579C-5366-4F5D-AC85-4DCA76B69EAB}" dt="2026-09-24T17:25:21.223" v="54" actId="34807"/>
          <ac:spMkLst>
            <pc:docMk/>
            <pc:sldMk cId="3962248221" sldId="2311"/>
            <ac:spMk id="2868" creationId="{073EB836-6101-89C5-071D-E78F217FF272}"/>
          </ac:spMkLst>
        </pc:spChg>
        <pc:spChg chg="add mod">
          <ac:chgData name="" userId="" providerId="" clId="Web-{3495579C-5366-4F5D-AC85-4DCA76B69EAB}" dt="2026-09-24T17:20:50.682" v="39" actId="34807"/>
          <ac:spMkLst>
            <pc:docMk/>
            <pc:sldMk cId="3962248221" sldId="2311"/>
            <ac:spMk id="2880" creationId="{E86DAF31-179C-F2CD-60DF-F0D4AA3B2C60}"/>
          </ac:spMkLst>
        </pc:spChg>
        <pc:spChg chg="add mod">
          <ac:chgData name="" userId="" providerId="" clId="Web-{3495579C-5366-4F5D-AC85-4DCA76B69EAB}" dt="2026-09-24T17:20:50.682" v="39" actId="34807"/>
          <ac:spMkLst>
            <pc:docMk/>
            <pc:sldMk cId="3962248221" sldId="2311"/>
            <ac:spMk id="2893" creationId="{B2335557-5E3D-CDF7-720C-AC4D54853638}"/>
          </ac:spMkLst>
        </pc:spChg>
        <pc:spChg chg="mod">
          <ac:chgData name="" userId="" providerId="" clId="Web-{3495579C-5366-4F5D-AC85-4DCA76B69EAB}" dt="2026-09-24T17:25:21.223" v="54" actId="34807"/>
          <ac:spMkLst>
            <pc:docMk/>
            <pc:sldMk cId="3962248221" sldId="2311"/>
            <ac:spMk id="2907" creationId="{983FDCCF-F440-D36A-049A-44D55F06027C}"/>
          </ac:spMkLst>
        </pc:spChg>
        <pc:spChg chg="mod">
          <ac:chgData name="" userId="" providerId="" clId="Web-{3495579C-5366-4F5D-AC85-4DCA76B69EAB}" dt="2026-09-24T17:20:50.682" v="39" actId="34807"/>
          <ac:spMkLst>
            <pc:docMk/>
            <pc:sldMk cId="3962248221" sldId="2311"/>
            <ac:spMk id="2922" creationId="{EFD3DB48-F56C-87E4-EB02-D947C7597C5D}"/>
          </ac:spMkLst>
        </pc:spChg>
        <pc:spChg chg="add mod">
          <ac:chgData name="" userId="" providerId="" clId="Web-{3495579C-5366-4F5D-AC85-4DCA76B69EAB}" dt="2026-09-24T17:20:50.682" v="39" actId="34807"/>
          <ac:spMkLst>
            <pc:docMk/>
            <pc:sldMk cId="3962248221" sldId="2311"/>
            <ac:spMk id="2938" creationId="{A27787EF-B4E4-D928-396C-2E2D1CF8C328}"/>
          </ac:spMkLst>
        </pc:spChg>
        <pc:spChg chg="mod">
          <ac:chgData name="" userId="" providerId="" clId="Web-{3495579C-5366-4F5D-AC85-4DCA76B69EAB}" dt="2026-09-24T17:25:21.223" v="54" actId="34807"/>
          <ac:spMkLst>
            <pc:docMk/>
            <pc:sldMk cId="3962248221" sldId="2311"/>
            <ac:spMk id="2955" creationId="{B6FA4DCA-ABCE-7052-D43F-6C100C9C97D2}"/>
          </ac:spMkLst>
        </pc:spChg>
        <pc:spChg chg="mod">
          <ac:chgData name="" userId="" providerId="" clId="Web-{3495579C-5366-4F5D-AC85-4DCA76B69EAB}" dt="2026-09-24T17:20:50.682" v="39" actId="34807"/>
          <ac:spMkLst>
            <pc:docMk/>
            <pc:sldMk cId="3962248221" sldId="2311"/>
            <ac:spMk id="2973" creationId="{B7AC324C-0AC0-3BD7-EF21-9527DF04FF1C}"/>
          </ac:spMkLst>
        </pc:spChg>
        <pc:spChg chg="add mod">
          <ac:chgData name="" userId="" providerId="" clId="Web-{3495579C-5366-4F5D-AC85-4DCA76B69EAB}" dt="2026-09-24T17:20:50.682" v="39" actId="34807"/>
          <ac:spMkLst>
            <pc:docMk/>
            <pc:sldMk cId="3962248221" sldId="2311"/>
            <ac:spMk id="2992" creationId="{0284C24C-8456-D3D3-E15D-8C2BB8950EAA}"/>
          </ac:spMkLst>
        </pc:spChg>
        <pc:spChg chg="mod">
          <ac:chgData name="" userId="" providerId="" clId="Web-{3495579C-5366-4F5D-AC85-4DCA76B69EAB}" dt="2026-09-24T17:25:21.223" v="54" actId="34807"/>
          <ac:spMkLst>
            <pc:docMk/>
            <pc:sldMk cId="3962248221" sldId="2311"/>
            <ac:spMk id="3012" creationId="{706E238E-3E2F-B0AE-B16E-A6653F0F9F5A}"/>
          </ac:spMkLst>
        </pc:spChg>
        <pc:spChg chg="add mod">
          <ac:chgData name="" userId="" providerId="" clId="Web-{3495579C-5366-4F5D-AC85-4DCA76B69EAB}" dt="2026-09-24T17:20:50.682" v="39" actId="34807"/>
          <ac:spMkLst>
            <pc:docMk/>
            <pc:sldMk cId="3962248221" sldId="2311"/>
            <ac:spMk id="3033" creationId="{41426E52-8749-33C9-FA77-A18DA79B7F91}"/>
          </ac:spMkLst>
        </pc:spChg>
        <pc:spChg chg="add mod">
          <ac:chgData name="" userId="" providerId="" clId="Web-{3495579C-5366-4F5D-AC85-4DCA76B69EAB}" dt="2026-09-24T17:20:48.635" v="37" actId="34807"/>
          <ac:spMkLst>
            <pc:docMk/>
            <pc:sldMk cId="3962248221" sldId="2311"/>
            <ac:spMk id="3055" creationId="{EE9F1351-F539-D79A-D8C6-1C44819B2E92}"/>
          </ac:spMkLst>
        </pc:spChg>
        <pc:spChg chg="add mod">
          <ac:chgData name="" userId="" providerId="" clId="Web-{3495579C-5366-4F5D-AC85-4DCA76B69EAB}" dt="2026-09-24T17:20:48.635" v="37" actId="34807"/>
          <ac:spMkLst>
            <pc:docMk/>
            <pc:sldMk cId="3962248221" sldId="2311"/>
            <ac:spMk id="3180" creationId="{763F2CD1-3609-4A6C-A01A-F392966F2EA3}"/>
          </ac:spMkLst>
        </pc:spChg>
        <pc:spChg chg="mod">
          <ac:chgData name="" userId="" providerId="" clId="Web-{3495579C-5366-4F5D-AC85-4DCA76B69EAB}" dt="2026-09-24T17:25:21.223" v="54" actId="34807"/>
          <ac:spMkLst>
            <pc:docMk/>
            <pc:sldMk cId="3962248221" sldId="2311"/>
            <ac:spMk id="3208" creationId="{1241613A-23C2-232A-39F8-8C5AE15C434D}"/>
          </ac:spMkLst>
        </pc:spChg>
        <pc:spChg chg="mod">
          <ac:chgData name="" userId="" providerId="" clId="Web-{3495579C-5366-4F5D-AC85-4DCA76B69EAB}" dt="2026-09-24T17:20:50.682" v="39" actId="34807"/>
          <ac:spMkLst>
            <pc:docMk/>
            <pc:sldMk cId="3962248221" sldId="2311"/>
            <ac:spMk id="3237" creationId="{4D909F53-0C72-D4AF-3E45-90D23703DE20}"/>
          </ac:spMkLst>
        </pc:spChg>
        <pc:spChg chg="del">
          <ac:chgData name="" userId="" providerId="" clId="Web-{3495579C-5366-4F5D-AC85-4DCA76B69EAB}" dt="2026-09-24T17:25:21.223" v="54" actId="34807"/>
          <ac:spMkLst>
            <pc:docMk/>
            <pc:sldMk cId="3962248221" sldId="2311"/>
            <ac:spMk id="3267" creationId="{D31CA21D-EBD5-95CE-79A2-08E2746865DA}"/>
          </ac:spMkLst>
        </pc:spChg>
        <pc:spChg chg="del">
          <ac:chgData name="" userId="" providerId="" clId="Web-{3495579C-5366-4F5D-AC85-4DCA76B69EAB}" dt="2026-09-24T17:25:21.223" v="54" actId="34807"/>
          <ac:spMkLst>
            <pc:docMk/>
            <pc:sldMk cId="3962248221" sldId="2311"/>
            <ac:spMk id="3298" creationId="{464D8CD9-D7A5-2041-892D-703DED8655AF}"/>
          </ac:spMkLst>
        </pc:spChg>
        <pc:spChg chg="add mod">
          <ac:chgData name="" userId="" providerId="" clId="Web-{3495579C-5366-4F5D-AC85-4DCA76B69EAB}" dt="2026-09-24T17:25:15.941" v="53" actId="34807"/>
          <ac:spMkLst>
            <pc:docMk/>
            <pc:sldMk cId="3962248221" sldId="2311"/>
            <ac:spMk id="4135" creationId="{9ABA86CA-1123-0D79-5C17-AC225E300E03}"/>
          </ac:spMkLst>
        </pc:spChg>
        <pc:spChg chg="add mod">
          <ac:chgData name="" userId="" providerId="" clId="Web-{3495579C-5366-4F5D-AC85-4DCA76B69EAB}" dt="2026-09-24T17:25:15.941" v="53" actId="34807"/>
          <ac:spMkLst>
            <pc:docMk/>
            <pc:sldMk cId="3962248221" sldId="2311"/>
            <ac:spMk id="4291" creationId="{BB33EC7D-F5C2-1158-BA7B-3B185A37F61B}"/>
          </ac:spMkLst>
        </pc:spChg>
      </pc:sldChg>
      <pc:sldChg chg="addSp delSp modSp add mod setBg modNotesTx">
        <pc:chgData name="" userId="" providerId="" clId="Web-{3495579C-5366-4F5D-AC85-4DCA76B69EAB}" dt="2026-09-24T17:25:21.223" v="54" actId="34807"/>
        <pc:sldMkLst>
          <pc:docMk/>
          <pc:sldMk cId="3392135027" sldId="2522"/>
        </pc:sldMkLst>
        <pc:spChg chg="add mod">
          <ac:chgData name="" userId="" providerId="" clId="Web-{3495579C-5366-4F5D-AC85-4DCA76B69EAB}" dt="2026-09-24T17:20:54.963" v="40" actId="34807"/>
          <ac:spMkLst>
            <pc:docMk/>
            <pc:sldMk cId="3392135027" sldId="2522"/>
            <ac:spMk id="3299" creationId="{C9BAFB1A-AF21-9BC9-0D43-A819F748EE5F}"/>
          </ac:spMkLst>
        </pc:spChg>
        <pc:spChg chg="add mod">
          <ac:chgData name="" userId="" providerId="" clId="Web-{3495579C-5366-4F5D-AC85-4DCA76B69EAB}" dt="2026-09-24T17:20:54.963" v="40" actId="34807"/>
          <ac:spMkLst>
            <pc:docMk/>
            <pc:sldMk cId="3392135027" sldId="2522"/>
            <ac:spMk id="3301" creationId="{F2F15CB8-505A-2A21-CA5B-E1E1E8C7C7CA}"/>
          </ac:spMkLst>
        </pc:spChg>
        <pc:spChg chg="add mod">
          <ac:chgData name="" userId="" providerId="" clId="Web-{3495579C-5366-4F5D-AC85-4DCA76B69EAB}" dt="2026-09-24T17:20:54.963" v="40" actId="34807"/>
          <ac:spMkLst>
            <pc:docMk/>
            <pc:sldMk cId="3392135027" sldId="2522"/>
            <ac:spMk id="3304" creationId="{A1F1BB42-903D-E51B-B903-507151CDC5D1}"/>
          </ac:spMkLst>
        </pc:spChg>
        <pc:spChg chg="add mod">
          <ac:chgData name="" userId="" providerId="" clId="Web-{3495579C-5366-4F5D-AC85-4DCA76B69EAB}" dt="2026-09-24T17:20:54.963" v="40" actId="34807"/>
          <ac:spMkLst>
            <pc:docMk/>
            <pc:sldMk cId="3392135027" sldId="2522"/>
            <ac:spMk id="3308" creationId="{97EFE512-894B-9734-0D04-107C4E897E40}"/>
          </ac:spMkLst>
        </pc:spChg>
        <pc:spChg chg="mod">
          <ac:chgData name="" userId="" providerId="" clId="Web-{3495579C-5366-4F5D-AC85-4DCA76B69EAB}" dt="2026-09-24T17:20:56.416" v="42" actId="34807"/>
          <ac:spMkLst>
            <pc:docMk/>
            <pc:sldMk cId="3392135027" sldId="2522"/>
            <ac:spMk id="3313" creationId="{C480C73F-D5E5-66CE-738C-379A8AD70348}"/>
          </ac:spMkLst>
        </pc:spChg>
        <pc:spChg chg="add mod">
          <ac:chgData name="" userId="" providerId="" clId="Web-{3495579C-5366-4F5D-AC85-4DCA76B69EAB}" dt="2026-09-24T17:20:54.963" v="40" actId="34807"/>
          <ac:spMkLst>
            <pc:docMk/>
            <pc:sldMk cId="3392135027" sldId="2522"/>
            <ac:spMk id="3319" creationId="{4A14B06F-8D2F-C9F6-6784-D0321E265EEE}"/>
          </ac:spMkLst>
        </pc:spChg>
        <pc:spChg chg="add mod">
          <ac:chgData name="" userId="" providerId="" clId="Web-{3495579C-5366-4F5D-AC85-4DCA76B69EAB}" dt="2026-09-24T17:20:54.963" v="40" actId="34807"/>
          <ac:spMkLst>
            <pc:docMk/>
            <pc:sldMk cId="3392135027" sldId="2522"/>
            <ac:spMk id="3326" creationId="{D0DDEC8B-CCFB-D7E9-CB4E-2F1EF25FB222}"/>
          </ac:spMkLst>
        </pc:spChg>
        <pc:spChg chg="mod">
          <ac:chgData name="" userId="" providerId="" clId="Web-{3495579C-5366-4F5D-AC85-4DCA76B69EAB}" dt="2026-09-24T17:20:56.416" v="42" actId="34807"/>
          <ac:spMkLst>
            <pc:docMk/>
            <pc:sldMk cId="3392135027" sldId="2522"/>
            <ac:spMk id="3334" creationId="{23F8136D-7466-DFF8-934A-1BA0CBBA89E1}"/>
          </ac:spMkLst>
        </pc:spChg>
        <pc:spChg chg="add mod">
          <ac:chgData name="" userId="" providerId="" clId="Web-{3495579C-5366-4F5D-AC85-4DCA76B69EAB}" dt="2026-09-24T17:20:54.963" v="40" actId="34807"/>
          <ac:spMkLst>
            <pc:docMk/>
            <pc:sldMk cId="3392135027" sldId="2522"/>
            <ac:spMk id="3353" creationId="{9643A19D-5C05-FFE6-CC73-18DAC0E50A28}"/>
          </ac:spMkLst>
        </pc:spChg>
        <pc:spChg chg="add mod">
          <ac:chgData name="" userId="" providerId="" clId="Web-{3495579C-5366-4F5D-AC85-4DCA76B69EAB}" dt="2026-09-24T17:25:21.223" v="54" actId="34807"/>
          <ac:spMkLst>
            <pc:docMk/>
            <pc:sldMk cId="3392135027" sldId="2522"/>
            <ac:spMk id="3364" creationId="{2F00F294-64C3-FA1F-80C7-6AF3D733B21F}"/>
          </ac:spMkLst>
        </pc:spChg>
        <pc:spChg chg="del">
          <ac:chgData name="" userId="" providerId="" clId="Web-{3495579C-5366-4F5D-AC85-4DCA76B69EAB}" dt="2026-09-24T17:25:21.223" v="54" actId="34807"/>
          <ac:spMkLst>
            <pc:docMk/>
            <pc:sldMk cId="3392135027" sldId="2522"/>
            <ac:spMk id="3389" creationId="{04DF5B4D-5DE9-1E26-2B85-65EABFA13642}"/>
          </ac:spMkLst>
        </pc:spChg>
        <pc:spChg chg="mod">
          <ac:chgData name="" userId="" providerId="" clId="Web-{3495579C-5366-4F5D-AC85-4DCA76B69EAB}" dt="2026-09-24T17:25:21.223" v="54" actId="34807"/>
          <ac:spMkLst>
            <pc:docMk/>
            <pc:sldMk cId="3392135027" sldId="2522"/>
            <ac:spMk id="3403" creationId="{E425B09E-115C-1E90-9B99-F4A32B3DF590}"/>
          </ac:spMkLst>
        </pc:spChg>
        <pc:spChg chg="del">
          <ac:chgData name="" userId="" providerId="" clId="Web-{3495579C-5366-4F5D-AC85-4DCA76B69EAB}" dt="2026-09-24T17:25:21.223" v="54" actId="34807"/>
          <ac:spMkLst>
            <pc:docMk/>
            <pc:sldMk cId="3392135027" sldId="2522"/>
            <ac:spMk id="3434" creationId="{521E43C1-36D2-01D3-513F-9A9EE8C246A2}"/>
          </ac:spMkLst>
        </pc:spChg>
        <pc:spChg chg="mod">
          <ac:chgData name="" userId="" providerId="" clId="Web-{3495579C-5366-4F5D-AC85-4DCA76B69EAB}" dt="2026-09-24T17:25:21.223" v="54" actId="34807"/>
          <ac:spMkLst>
            <pc:docMk/>
            <pc:sldMk cId="3392135027" sldId="2522"/>
            <ac:spMk id="3451" creationId="{4A81F06E-CDB9-FEF4-9A29-732FF244FE3B}"/>
          </ac:spMkLst>
        </pc:spChg>
        <pc:spChg chg="add mod">
          <ac:chgData name="" userId="" providerId="" clId="Web-{3495579C-5366-4F5D-AC85-4DCA76B69EAB}" dt="2026-09-24T17:25:21.223" v="54" actId="34807"/>
          <ac:spMkLst>
            <pc:docMk/>
            <pc:sldMk cId="3392135027" sldId="2522"/>
            <ac:spMk id="3508" creationId="{51E930AC-3469-52E8-7456-4C97CEE9896C}"/>
          </ac:spMkLst>
        </pc:spChg>
        <pc:spChg chg="add mod">
          <ac:chgData name="" userId="" providerId="" clId="Web-{3495579C-5366-4F5D-AC85-4DCA76B69EAB}" dt="2026-09-24T17:20:54.963" v="40" actId="34807"/>
          <ac:spMkLst>
            <pc:docMk/>
            <pc:sldMk cId="3392135027" sldId="2522"/>
            <ac:spMk id="3529" creationId="{BEA39C2D-F8EB-4289-3B94-9F2E301C52E9}"/>
          </ac:spMkLst>
        </pc:spChg>
        <pc:spChg chg="mod">
          <ac:chgData name="" userId="" providerId="" clId="Web-{3495579C-5366-4F5D-AC85-4DCA76B69EAB}" dt="2026-09-24T17:20:56.416" v="42" actId="34807"/>
          <ac:spMkLst>
            <pc:docMk/>
            <pc:sldMk cId="3392135027" sldId="2522"/>
            <ac:spMk id="3574" creationId="{4C5149AB-DA80-8A93-FFA3-4DDC531A6F53}"/>
          </ac:spMkLst>
        </pc:spChg>
        <pc:spChg chg="add mod">
          <ac:chgData name="" userId="" providerId="" clId="Web-{3495579C-5366-4F5D-AC85-4DCA76B69EAB}" dt="2026-09-24T17:25:15.941" v="53" actId="34807"/>
          <ac:spMkLst>
            <pc:docMk/>
            <pc:sldMk cId="3392135027" sldId="2522"/>
            <ac:spMk id="4310" creationId="{07FC3C57-9511-9EDB-2D94-CBEF1901F532}"/>
          </ac:spMkLst>
        </pc:spChg>
        <pc:spChg chg="add mod">
          <ac:chgData name="" userId="" providerId="" clId="Web-{3495579C-5366-4F5D-AC85-4DCA76B69EAB}" dt="2026-09-24T17:25:15.941" v="53" actId="34807"/>
          <ac:spMkLst>
            <pc:docMk/>
            <pc:sldMk cId="3392135027" sldId="2522"/>
            <ac:spMk id="4330" creationId="{2A2AD9E7-1E3A-0628-93DD-D96D297C80A1}"/>
          </ac:spMkLst>
        </pc:spChg>
      </pc:sldChg>
      <pc:sldChg chg="addSp delSp modSp add mod setBg modNotesTx">
        <pc:chgData name="" userId="" providerId="" clId="Web-{3495579C-5366-4F5D-AC85-4DCA76B69EAB}" dt="2026-09-24T17:30:48.563" v="70" actId="34807"/>
        <pc:sldMkLst>
          <pc:docMk/>
          <pc:sldMk cId="3621400449" sldId="2734"/>
        </pc:sldMkLst>
        <pc:spChg chg="add del mod">
          <ac:chgData name="" userId="" providerId="" clId="Web-{3495579C-5366-4F5D-AC85-4DCA76B69EAB}" dt="2026-09-24T17:25:35.098" v="58" actId="34807"/>
          <ac:spMkLst>
            <pc:docMk/>
            <pc:sldMk cId="3621400449" sldId="2734"/>
            <ac:spMk id="3584" creationId="{4E9865BC-61B9-62BA-09B9-23A6B0CF7985}"/>
          </ac:spMkLst>
        </pc:spChg>
        <pc:spChg chg="add del mod">
          <ac:chgData name="" userId="" providerId="" clId="Web-{3495579C-5366-4F5D-AC85-4DCA76B69EAB}" dt="2026-09-24T17:25:35.098" v="58" actId="34807"/>
          <ac:spMkLst>
            <pc:docMk/>
            <pc:sldMk cId="3621400449" sldId="2734"/>
            <ac:spMk id="3589" creationId="{31B24CB2-BE93-7350-BFF3-187143E836D1}"/>
          </ac:spMkLst>
        </pc:spChg>
        <pc:spChg chg="add del mod">
          <ac:chgData name="" userId="" providerId="" clId="Web-{3495579C-5366-4F5D-AC85-4DCA76B69EAB}" dt="2026-09-24T17:25:35.098" v="58" actId="34807"/>
          <ac:spMkLst>
            <pc:docMk/>
            <pc:sldMk cId="3621400449" sldId="2734"/>
            <ac:spMk id="3595" creationId="{F71494A7-3849-0797-92EE-8FFBCBDF642D}"/>
          </ac:spMkLst>
        </pc:spChg>
        <pc:spChg chg="mod">
          <ac:chgData name="" userId="" providerId="" clId="Web-{3495579C-5366-4F5D-AC85-4DCA76B69EAB}" dt="2026-09-24T17:21:03.213" v="45" actId="34807"/>
          <ac:spMkLst>
            <pc:docMk/>
            <pc:sldMk cId="3621400449" sldId="2734"/>
            <ac:spMk id="3610" creationId="{38DE6638-7A18-4786-6970-A36EFD0539D3}"/>
          </ac:spMkLst>
        </pc:spChg>
        <pc:spChg chg="add del mod">
          <ac:chgData name="" userId="" providerId="" clId="Web-{3495579C-5366-4F5D-AC85-4DCA76B69EAB}" dt="2026-09-24T17:25:35.098" v="58" actId="34807"/>
          <ac:spMkLst>
            <pc:docMk/>
            <pc:sldMk cId="3621400449" sldId="2734"/>
            <ac:spMk id="3629" creationId="{8FD79123-F0AF-DB76-E8DB-B591FBB75D15}"/>
          </ac:spMkLst>
        </pc:spChg>
        <pc:spChg chg="mod">
          <ac:chgData name="" userId="" providerId="" clId="Web-{3495579C-5366-4F5D-AC85-4DCA76B69EAB}" dt="2026-09-24T17:25:21.223" v="54" actId="34807"/>
          <ac:spMkLst>
            <pc:docMk/>
            <pc:sldMk cId="3621400449" sldId="2734"/>
            <ac:spMk id="3640" creationId="{5677A976-BE2F-3031-345F-4A7DC3F8423D}"/>
          </ac:spMkLst>
        </pc:spChg>
        <pc:spChg chg="mod">
          <ac:chgData name="" userId="" providerId="" clId="Web-{3495579C-5366-4F5D-AC85-4DCA76B69EAB}" dt="2026-09-24T17:21:03.213" v="45" actId="34807"/>
          <ac:spMkLst>
            <pc:docMk/>
            <pc:sldMk cId="3621400449" sldId="2734"/>
            <ac:spMk id="3652" creationId="{6733B663-B37A-6A55-5D40-7FC9E1ACB354}"/>
          </ac:spMkLst>
        </pc:spChg>
        <pc:spChg chg="add del mod">
          <ac:chgData name="" userId="" providerId="" clId="Web-{3495579C-5366-4F5D-AC85-4DCA76B69EAB}" dt="2026-09-24T17:25:35.098" v="58" actId="34807"/>
          <ac:spMkLst>
            <pc:docMk/>
            <pc:sldMk cId="3621400449" sldId="2734"/>
            <ac:spMk id="3679" creationId="{26427AEB-B33C-DFE1-50B2-D13107399FE1}"/>
          </ac:spMkLst>
        </pc:spChg>
        <pc:spChg chg="add del mod">
          <ac:chgData name="" userId="" providerId="" clId="Web-{3495579C-5366-4F5D-AC85-4DCA76B69EAB}" dt="2026-09-24T17:25:35.098" v="58" actId="34807"/>
          <ac:spMkLst>
            <pc:docMk/>
            <pc:sldMk cId="3621400449" sldId="2734"/>
            <ac:spMk id="3694" creationId="{65579830-54A4-B48C-2388-3F2D7D876767}"/>
          </ac:spMkLst>
        </pc:spChg>
        <pc:spChg chg="mod">
          <ac:chgData name="" userId="" providerId="" clId="Web-{3495579C-5366-4F5D-AC85-4DCA76B69EAB}" dt="2026-09-24T17:21:03.213" v="45" actId="34807"/>
          <ac:spMkLst>
            <pc:docMk/>
            <pc:sldMk cId="3621400449" sldId="2734"/>
            <ac:spMk id="3710" creationId="{351690F8-9EB4-9B5C-44FC-CA8360F327F7}"/>
          </ac:spMkLst>
        </pc:spChg>
        <pc:spChg chg="add del mod">
          <ac:chgData name="" userId="" providerId="" clId="Web-{3495579C-5366-4F5D-AC85-4DCA76B69EAB}" dt="2026-09-24T17:25:35.098" v="58" actId="34807"/>
          <ac:spMkLst>
            <pc:docMk/>
            <pc:sldMk cId="3621400449" sldId="2734"/>
            <ac:spMk id="3764" creationId="{ADB556D1-5376-6229-44C6-4EA242E7FC3E}"/>
          </ac:spMkLst>
        </pc:spChg>
        <pc:spChg chg="add del mod">
          <ac:chgData name="" userId="" providerId="" clId="Web-{3495579C-5366-4F5D-AC85-4DCA76B69EAB}" dt="2026-09-24T17:25:35.098" v="58" actId="34807"/>
          <ac:spMkLst>
            <pc:docMk/>
            <pc:sldMk cId="3621400449" sldId="2734"/>
            <ac:spMk id="3784" creationId="{4CDA9816-23AC-9FDA-6369-2F66C8E1EE76}"/>
          </ac:spMkLst>
        </pc:spChg>
        <pc:spChg chg="add del mod">
          <ac:chgData name="" userId="" providerId="" clId="Web-{3495579C-5366-4F5D-AC85-4DCA76B69EAB}" dt="2026-09-24T17:25:35.098" v="58" actId="34807"/>
          <ac:spMkLst>
            <pc:docMk/>
            <pc:sldMk cId="3621400449" sldId="2734"/>
            <ac:spMk id="3805" creationId="{259074DA-3114-502C-E1AC-EBF7323601C8}"/>
          </ac:spMkLst>
        </pc:spChg>
        <pc:spChg chg="add del mod">
          <ac:chgData name="" userId="" providerId="" clId="Web-{3495579C-5366-4F5D-AC85-4DCA76B69EAB}" dt="2026-09-24T17:25:35.098" v="58" actId="34807"/>
          <ac:spMkLst>
            <pc:docMk/>
            <pc:sldMk cId="3621400449" sldId="2734"/>
            <ac:spMk id="3850" creationId="{6C8828DC-1E6D-9A7D-2D29-766B5E8630A5}"/>
          </ac:spMkLst>
        </pc:spChg>
        <pc:spChg chg="add mod">
          <ac:chgData name="" userId="" providerId="" clId="Web-{3495579C-5366-4F5D-AC85-4DCA76B69EAB}" dt="2026-09-24T17:25:33.208" v="57" actId="34807"/>
          <ac:spMkLst>
            <pc:docMk/>
            <pc:sldMk cId="3621400449" sldId="2734"/>
            <ac:spMk id="5162" creationId="{CB2A144B-2FF9-D34A-ABA8-EB81E9869DAC}"/>
          </ac:spMkLst>
        </pc:spChg>
        <pc:spChg chg="add mod">
          <ac:chgData name="" userId="" providerId="" clId="Web-{3495579C-5366-4F5D-AC85-4DCA76B69EAB}" dt="2026-09-24T17:25:33.208" v="57" actId="34807"/>
          <ac:spMkLst>
            <pc:docMk/>
            <pc:sldMk cId="3621400449" sldId="2734"/>
            <ac:spMk id="5166" creationId="{93039085-D36E-96F3-525B-B185B28A9995}"/>
          </ac:spMkLst>
        </pc:spChg>
        <pc:spChg chg="add mod">
          <ac:chgData name="" userId="" providerId="" clId="Web-{3495579C-5366-4F5D-AC85-4DCA76B69EAB}" dt="2026-09-24T17:25:35.989" v="59" actId="34807"/>
          <ac:spMkLst>
            <pc:docMk/>
            <pc:sldMk cId="3621400449" sldId="2734"/>
            <ac:spMk id="5171" creationId="{B50366EE-74AE-7729-AE4E-EDD9DF03EEED}"/>
          </ac:spMkLst>
        </pc:spChg>
        <pc:spChg chg="add mod">
          <ac:chgData name="" userId="" providerId="" clId="Web-{3495579C-5366-4F5D-AC85-4DCA76B69EAB}" dt="2026-09-24T17:25:33.208" v="57" actId="34807"/>
          <ac:spMkLst>
            <pc:docMk/>
            <pc:sldMk cId="3621400449" sldId="2734"/>
            <ac:spMk id="5177" creationId="{0E739B3F-1FDD-F3A3-ED46-B739B77B3738}"/>
          </ac:spMkLst>
        </pc:spChg>
        <pc:spChg chg="mod">
          <ac:chgData name="" userId="" providerId="" clId="Web-{3495579C-5366-4F5D-AC85-4DCA76B69EAB}" dt="2026-09-24T17:25:35.989" v="59" actId="34807"/>
          <ac:spMkLst>
            <pc:docMk/>
            <pc:sldMk cId="3621400449" sldId="2734"/>
            <ac:spMk id="5192" creationId="{FA94D36D-37AC-02E6-5910-A63FC229E9F3}"/>
          </ac:spMkLst>
        </pc:spChg>
        <pc:spChg chg="add mod">
          <ac:chgData name="" userId="" providerId="" clId="Web-{3495579C-5366-4F5D-AC85-4DCA76B69EAB}" dt="2026-09-24T17:25:33.208" v="57" actId="34807"/>
          <ac:spMkLst>
            <pc:docMk/>
            <pc:sldMk cId="3621400449" sldId="2734"/>
            <ac:spMk id="5201" creationId="{8631D9BB-008B-A145-5784-6E3DAC780D6E}"/>
          </ac:spMkLst>
        </pc:spChg>
        <pc:spChg chg="add mod">
          <ac:chgData name="" userId="" providerId="" clId="Web-{3495579C-5366-4F5D-AC85-4DCA76B69EAB}" dt="2026-09-24T17:29:18.372" v="67" actId="34807"/>
          <ac:spMkLst>
            <pc:docMk/>
            <pc:sldMk cId="3621400449" sldId="2734"/>
            <ac:spMk id="5222" creationId="{C9FC8201-CD87-16B9-5FE8-BFF5BD2E7D0A}"/>
          </ac:spMkLst>
        </pc:spChg>
        <pc:spChg chg="mod">
          <ac:chgData name="" userId="" providerId="" clId="Web-{3495579C-5366-4F5D-AC85-4DCA76B69EAB}" dt="2026-09-24T17:25:35.989" v="59" actId="34807"/>
          <ac:spMkLst>
            <pc:docMk/>
            <pc:sldMk cId="3621400449" sldId="2734"/>
            <ac:spMk id="5247" creationId="{45D55683-52CA-065C-58D1-935B45812D91}"/>
          </ac:spMkLst>
        </pc:spChg>
        <pc:spChg chg="add mod">
          <ac:chgData name="" userId="" providerId="" clId="Web-{3495579C-5366-4F5D-AC85-4DCA76B69EAB}" dt="2026-09-24T17:25:35.989" v="59" actId="34807"/>
          <ac:spMkLst>
            <pc:docMk/>
            <pc:sldMk cId="3621400449" sldId="2734"/>
            <ac:spMk id="5261" creationId="{951FBEB7-3273-5661-EAE7-9421BB3C8510}"/>
          </ac:spMkLst>
        </pc:spChg>
        <pc:spChg chg="mod">
          <ac:chgData name="" userId="" providerId="" clId="Web-{3495579C-5366-4F5D-AC85-4DCA76B69EAB}" dt="2026-09-24T17:29:18.372" v="67" actId="34807"/>
          <ac:spMkLst>
            <pc:docMk/>
            <pc:sldMk cId="3621400449" sldId="2734"/>
            <ac:spMk id="5276" creationId="{773B397E-0F7C-C6E8-BF1C-6ED796A37152}"/>
          </ac:spMkLst>
        </pc:spChg>
        <pc:spChg chg="add mod">
          <ac:chgData name="" userId="" providerId="" clId="Web-{3495579C-5366-4F5D-AC85-4DCA76B69EAB}" dt="2026-09-24T17:30:48.563" v="70" actId="34807"/>
          <ac:spMkLst>
            <pc:docMk/>
            <pc:sldMk cId="3621400449" sldId="2734"/>
            <ac:spMk id="5292" creationId="{A2EBED6B-9E49-309E-701C-A053D4A77CA5}"/>
          </ac:spMkLst>
        </pc:spChg>
        <pc:spChg chg="mod">
          <ac:chgData name="" userId="" providerId="" clId="Web-{3495579C-5366-4F5D-AC85-4DCA76B69EAB}" dt="2026-09-24T17:25:35.989" v="59" actId="34807"/>
          <ac:spMkLst>
            <pc:docMk/>
            <pc:sldMk cId="3621400449" sldId="2734"/>
            <ac:spMk id="5309" creationId="{EDB387E5-D1CA-8A5D-162B-112D7F38ADC4}"/>
          </ac:spMkLst>
        </pc:spChg>
        <pc:spChg chg="mod">
          <ac:chgData name="" userId="" providerId="" clId="Web-{3495579C-5366-4F5D-AC85-4DCA76B69EAB}" dt="2026-09-24T17:30:04.280" v="68" actId="34807"/>
          <ac:spMkLst>
            <pc:docMk/>
            <pc:sldMk cId="3621400449" sldId="2734"/>
            <ac:spMk id="5327" creationId="{51806348-13A9-4D34-60D0-3BD3B79527BF}"/>
          </ac:spMkLst>
        </pc:spChg>
        <pc:spChg chg="mod">
          <ac:chgData name="" userId="" providerId="" clId="Web-{3495579C-5366-4F5D-AC85-4DCA76B69EAB}" dt="2026-09-24T17:29:18.372" v="67" actId="34807"/>
          <ac:spMkLst>
            <pc:docMk/>
            <pc:sldMk cId="3621400449" sldId="2734"/>
            <ac:spMk id="5346" creationId="{093390A4-FCBD-46D8-C472-45789F86D29D}"/>
          </ac:spMkLst>
        </pc:spChg>
        <pc:spChg chg="mod">
          <ac:chgData name="" userId="" providerId="" clId="Web-{3495579C-5366-4F5D-AC85-4DCA76B69EAB}" dt="2026-09-24T17:30:48.563" v="70" actId="34807"/>
          <ac:spMkLst>
            <pc:docMk/>
            <pc:sldMk cId="3621400449" sldId="2734"/>
            <ac:spMk id="5366" creationId="{38F665A3-0895-0650-87B1-43686715103F}"/>
          </ac:spMkLst>
        </pc:spChg>
        <pc:spChg chg="add mod">
          <ac:chgData name="" userId="" providerId="" clId="Web-{3495579C-5366-4F5D-AC85-4DCA76B69EAB}" dt="2026-09-24T17:25:35.989" v="59" actId="34807"/>
          <ac:spMkLst>
            <pc:docMk/>
            <pc:sldMk cId="3621400449" sldId="2734"/>
            <ac:spMk id="5387" creationId="{49DABE76-05C1-F10C-C489-A5B8A6A07FFD}"/>
          </ac:spMkLst>
        </pc:spChg>
        <pc:spChg chg="mod">
          <ac:chgData name="" userId="" providerId="" clId="Web-{3495579C-5366-4F5D-AC85-4DCA76B69EAB}" dt="2026-09-24T17:25:35.989" v="59" actId="34807"/>
          <ac:spMkLst>
            <pc:docMk/>
            <pc:sldMk cId="3621400449" sldId="2734"/>
            <ac:spMk id="5409" creationId="{D07572D7-1E11-9246-CF04-6823DA343044}"/>
          </ac:spMkLst>
        </pc:spChg>
        <pc:spChg chg="add mod">
          <ac:chgData name="" userId="" providerId="" clId="Web-{3495579C-5366-4F5D-AC85-4DCA76B69EAB}" dt="2026-09-24T17:25:33.208" v="57" actId="34807"/>
          <ac:spMkLst>
            <pc:docMk/>
            <pc:sldMk cId="3621400449" sldId="2734"/>
            <ac:spMk id="5432" creationId="{0D1F9DC3-BB27-2B19-9D91-9DDCEC4E7847}"/>
          </ac:spMkLst>
        </pc:spChg>
        <pc:picChg chg="add">
          <ac:chgData name="" userId="" providerId="" clId="Web-{3495579C-5366-4F5D-AC85-4DCA76B69EAB}" dt="2026-09-24T17:25:32.083" v="56" actId="34807"/>
          <ac:picMkLst>
            <pc:docMk/>
            <pc:sldMk cId="3621400449" sldId="2734"/>
            <ac:picMk id="5156" creationId="{7E4D0BE4-8779-CAD7-AD33-B406F0F4DD39}"/>
          </ac:picMkLst>
        </pc:picChg>
      </pc:sldChg>
      <pc:sldChg chg="addSp delSp modSp add mod setBg modNotesTx">
        <pc:chgData name="" userId="" providerId="" clId="Web-{3495579C-5366-4F5D-AC85-4DCA76B69EAB}" dt="2026-09-24T17:25:21.223" v="54" actId="34807"/>
        <pc:sldMkLst>
          <pc:docMk/>
          <pc:sldMk cId="3882148977" sldId="2947"/>
        </pc:sldMkLst>
        <pc:spChg chg="add mod">
          <ac:chgData name="" userId="" providerId="" clId="Web-{3495579C-5366-4F5D-AC85-4DCA76B69EAB}" dt="2026-09-24T17:21:08.495" v="46" actId="34807"/>
          <ac:spMkLst>
            <pc:docMk/>
            <pc:sldMk cId="3882148977" sldId="2947"/>
            <ac:spMk id="3851" creationId="{8CED5FDF-71E8-8A13-7267-AA3385327E4B}"/>
          </ac:spMkLst>
        </pc:spChg>
        <pc:spChg chg="add mod">
          <ac:chgData name="" userId="" providerId="" clId="Web-{3495579C-5366-4F5D-AC85-4DCA76B69EAB}" dt="2026-09-24T17:21:08.495" v="46" actId="34807"/>
          <ac:spMkLst>
            <pc:docMk/>
            <pc:sldMk cId="3882148977" sldId="2947"/>
            <ac:spMk id="3853" creationId="{51199F75-97D9-2FA5-1C9A-3A41B12E79D1}"/>
          </ac:spMkLst>
        </pc:spChg>
        <pc:spChg chg="add mod">
          <ac:chgData name="" userId="" providerId="" clId="Web-{3495579C-5366-4F5D-AC85-4DCA76B69EAB}" dt="2026-09-24T17:21:08.495" v="46" actId="34807"/>
          <ac:spMkLst>
            <pc:docMk/>
            <pc:sldMk cId="3882148977" sldId="2947"/>
            <ac:spMk id="3860" creationId="{2C50216C-FAC4-DE4D-2213-EA36286F2D22}"/>
          </ac:spMkLst>
        </pc:spChg>
        <pc:spChg chg="add mod">
          <ac:chgData name="" userId="" providerId="" clId="Web-{3495579C-5366-4F5D-AC85-4DCA76B69EAB}" dt="2026-09-24T17:21:10.464" v="48" actId="34807"/>
          <ac:spMkLst>
            <pc:docMk/>
            <pc:sldMk cId="3882148977" sldId="2947"/>
            <ac:spMk id="3865" creationId="{00BF5CFB-E8D7-FC81-DC7A-1E263A26BF8C}"/>
          </ac:spMkLst>
        </pc:spChg>
        <pc:spChg chg="add mod">
          <ac:chgData name="" userId="" providerId="" clId="Web-{3495579C-5366-4F5D-AC85-4DCA76B69EAB}" dt="2026-09-24T17:21:08.495" v="46" actId="34807"/>
          <ac:spMkLst>
            <pc:docMk/>
            <pc:sldMk cId="3882148977" sldId="2947"/>
            <ac:spMk id="3871" creationId="{7838BCC1-B038-7C06-C20A-3B70CEFCCC69}"/>
          </ac:spMkLst>
        </pc:spChg>
        <pc:spChg chg="add mod">
          <ac:chgData name="" userId="" providerId="" clId="Web-{3495579C-5366-4F5D-AC85-4DCA76B69EAB}" dt="2026-09-24T17:21:08.495" v="46" actId="34807"/>
          <ac:spMkLst>
            <pc:docMk/>
            <pc:sldMk cId="3882148977" sldId="2947"/>
            <ac:spMk id="3878" creationId="{792947BC-D877-37DA-0468-E13F4CAF63D5}"/>
          </ac:spMkLst>
        </pc:spChg>
        <pc:spChg chg="add mod">
          <ac:chgData name="" userId="" providerId="" clId="Web-{3495579C-5366-4F5D-AC85-4DCA76B69EAB}" dt="2026-09-24T17:21:10.464" v="48" actId="34807"/>
          <ac:spMkLst>
            <pc:docMk/>
            <pc:sldMk cId="3882148977" sldId="2947"/>
            <ac:spMk id="3886" creationId="{AE8CDE66-707E-BCC8-ACEC-EC9597FCF49E}"/>
          </ac:spMkLst>
        </pc:spChg>
        <pc:spChg chg="add mod">
          <ac:chgData name="" userId="" providerId="" clId="Web-{3495579C-5366-4F5D-AC85-4DCA76B69EAB}" dt="2026-09-24T17:21:08.495" v="46" actId="34807"/>
          <ac:spMkLst>
            <pc:docMk/>
            <pc:sldMk cId="3882148977" sldId="2947"/>
            <ac:spMk id="3905" creationId="{3F526F95-4617-7C88-04B5-C69FF7EDE72E}"/>
          </ac:spMkLst>
        </pc:spChg>
        <pc:spChg chg="add mod">
          <ac:chgData name="" userId="" providerId="" clId="Web-{3495579C-5366-4F5D-AC85-4DCA76B69EAB}" dt="2026-09-24T17:21:08.495" v="46" actId="34807"/>
          <ac:spMkLst>
            <pc:docMk/>
            <pc:sldMk cId="3882148977" sldId="2947"/>
            <ac:spMk id="3917" creationId="{F22F13F9-99BC-86AB-C34B-DA4C5BF01A8D}"/>
          </ac:spMkLst>
        </pc:spChg>
        <pc:spChg chg="add del mod">
          <ac:chgData name="" userId="" providerId="" clId="Web-{3495579C-5366-4F5D-AC85-4DCA76B69EAB}" dt="2026-09-24T17:25:21.223" v="54" actId="34807"/>
          <ac:spMkLst>
            <pc:docMk/>
            <pc:sldMk cId="3882148977" sldId="2947"/>
            <ac:spMk id="3930" creationId="{047D3703-30A3-7A59-CCB7-36E1105531C7}"/>
          </ac:spMkLst>
        </pc:spChg>
        <pc:spChg chg="add mod">
          <ac:chgData name="" userId="" providerId="" clId="Web-{3495579C-5366-4F5D-AC85-4DCA76B69EAB}" dt="2026-09-24T17:25:15.941" v="53" actId="34807"/>
          <ac:spMkLst>
            <pc:docMk/>
            <pc:sldMk cId="3882148977" sldId="2947"/>
            <ac:spMk id="4141" creationId="{9381755F-8806-76F2-51BC-6B015A87B312}"/>
          </ac:spMkLst>
        </pc:spChg>
        <pc:graphicFrameChg chg="mod">
          <ac:chgData name="" userId="" providerId="" clId="Web-{3495579C-5366-4F5D-AC85-4DCA76B69EAB}" dt="2026-09-24T17:21:35.933" v="52" actId="34807"/>
          <ac:graphicFrameMkLst>
            <pc:docMk/>
            <pc:sldMk cId="3882148977" sldId="2947"/>
            <ac:graphicFrameMk id="15" creationId="{B00601C4-AF0E-425C-BDC0-C2287B00FE8D}"/>
          </ac:graphicFrameMkLst>
        </pc:graphicFrameChg>
      </pc:sldChg>
      <pc:sldChg chg="addSp delSp modSp add mod setBg modNotesTx">
        <pc:chgData name="" userId="" providerId="" clId="Web-{3495579C-5366-4F5D-AC85-4DCA76B69EAB}" dt="2026-09-24T17:34:44.384" v="76" actId="34807"/>
        <pc:sldMkLst>
          <pc:docMk/>
          <pc:sldMk cId="2869595439" sldId="3161"/>
        </pc:sldMkLst>
        <pc:spChg chg="add del mod">
          <ac:chgData name="" userId="" providerId="" clId="Web-{3495579C-5366-4F5D-AC85-4DCA76B69EAB}" dt="2026-09-24T17:25:42.911" v="62" actId="34807"/>
          <ac:spMkLst>
            <pc:docMk/>
            <pc:sldMk cId="2869595439" sldId="3161"/>
            <ac:spMk id="3931" creationId="{EC9CE922-B7BE-62B0-973B-4C262A91520D}"/>
          </ac:spMkLst>
        </pc:spChg>
        <pc:spChg chg="add del mod">
          <ac:chgData name="" userId="" providerId="" clId="Web-{3495579C-5366-4F5D-AC85-4DCA76B69EAB}" dt="2026-09-24T17:25:42.911" v="62" actId="34807"/>
          <ac:spMkLst>
            <pc:docMk/>
            <pc:sldMk cId="2869595439" sldId="3161"/>
            <ac:spMk id="3933" creationId="{89F71230-BF63-20A2-26E2-7ACA8BD69B2B}"/>
          </ac:spMkLst>
        </pc:spChg>
        <pc:spChg chg="add del mod">
          <ac:chgData name="" userId="" providerId="" clId="Web-{3495579C-5366-4F5D-AC85-4DCA76B69EAB}" dt="2026-09-24T17:25:42.911" v="62" actId="34807"/>
          <ac:spMkLst>
            <pc:docMk/>
            <pc:sldMk cId="2869595439" sldId="3161"/>
            <ac:spMk id="3940" creationId="{9AC44B7A-0A47-826A-8108-A112CE1AF8D5}"/>
          </ac:spMkLst>
        </pc:spChg>
        <pc:spChg chg="add del mod">
          <ac:chgData name="" userId="" providerId="" clId="Web-{3495579C-5366-4F5D-AC85-4DCA76B69EAB}" dt="2026-09-24T17:25:42.911" v="62" actId="34807"/>
          <ac:spMkLst>
            <pc:docMk/>
            <pc:sldMk cId="2869595439" sldId="3161"/>
            <ac:spMk id="3945" creationId="{D9171A8D-BFFB-8FF6-20DE-335C34B20C93}"/>
          </ac:spMkLst>
        </pc:spChg>
        <pc:spChg chg="add del mod">
          <ac:chgData name="" userId="" providerId="" clId="Web-{3495579C-5366-4F5D-AC85-4DCA76B69EAB}" dt="2026-09-24T17:25:42.911" v="62" actId="34807"/>
          <ac:spMkLst>
            <pc:docMk/>
            <pc:sldMk cId="2869595439" sldId="3161"/>
            <ac:spMk id="3966" creationId="{3062831D-4AAB-8F54-4272-127418DBE8A1}"/>
          </ac:spMkLst>
        </pc:spChg>
        <pc:spChg chg="add del mod">
          <ac:chgData name="" userId="" providerId="" clId="Web-{3495579C-5366-4F5D-AC85-4DCA76B69EAB}" dt="2026-09-24T17:25:42.911" v="62" actId="34807"/>
          <ac:spMkLst>
            <pc:docMk/>
            <pc:sldMk cId="2869595439" sldId="3161"/>
            <ac:spMk id="3975" creationId="{F2060156-9059-9096-862F-1C8E7104914A}"/>
          </ac:spMkLst>
        </pc:spChg>
        <pc:spChg chg="add del mod">
          <ac:chgData name="" userId="" providerId="" clId="Web-{3495579C-5366-4F5D-AC85-4DCA76B69EAB}" dt="2026-09-24T17:25:42.911" v="62" actId="34807"/>
          <ac:spMkLst>
            <pc:docMk/>
            <pc:sldMk cId="2869595439" sldId="3161"/>
            <ac:spMk id="4008" creationId="{6FA8A83C-0694-FE87-132B-AD8A540121AB}"/>
          </ac:spMkLst>
        </pc:spChg>
        <pc:spChg chg="mod">
          <ac:chgData name="" userId="" providerId="" clId="Web-{3495579C-5366-4F5D-AC85-4DCA76B69EAB}" dt="2026-09-24T17:21:18.823" v="51" actId="34807"/>
          <ac:spMkLst>
            <pc:docMk/>
            <pc:sldMk cId="2869595439" sldId="3161"/>
            <ac:spMk id="4021" creationId="{F727092F-1450-4822-89B4-11BD9BFF8A87}"/>
          </ac:spMkLst>
        </pc:spChg>
        <pc:spChg chg="add del mod">
          <ac:chgData name="" userId="" providerId="" clId="Web-{3495579C-5366-4F5D-AC85-4DCA76B69EAB}" dt="2026-09-24T17:25:42.911" v="62" actId="34807"/>
          <ac:spMkLst>
            <pc:docMk/>
            <pc:sldMk cId="2869595439" sldId="3161"/>
            <ac:spMk id="4050" creationId="{957E282F-1A8C-64D3-C226-1F09F54BA6F2}"/>
          </ac:spMkLst>
        </pc:spChg>
        <pc:spChg chg="add del mod">
          <ac:chgData name="" userId="" providerId="" clId="Web-{3495579C-5366-4F5D-AC85-4DCA76B69EAB}" dt="2026-09-24T17:25:42.911" v="62" actId="34807"/>
          <ac:spMkLst>
            <pc:docMk/>
            <pc:sldMk cId="2869595439" sldId="3161"/>
            <ac:spMk id="4066" creationId="{1BB527EB-1538-474F-9A2A-583FE8420764}"/>
          </ac:spMkLst>
        </pc:spChg>
        <pc:spChg chg="add del mod">
          <ac:chgData name="" userId="" providerId="" clId="Web-{3495579C-5366-4F5D-AC85-4DCA76B69EAB}" dt="2026-09-24T17:25:42.911" v="62" actId="34807"/>
          <ac:spMkLst>
            <pc:docMk/>
            <pc:sldMk cId="2869595439" sldId="3161"/>
            <ac:spMk id="4083" creationId="{2D87260F-3D55-1245-4779-71D94642C1A3}"/>
          </ac:spMkLst>
        </pc:spChg>
        <pc:spChg chg="mod">
          <ac:chgData name="" userId="" providerId="" clId="Web-{3495579C-5366-4F5D-AC85-4DCA76B69EAB}" dt="2026-09-24T17:21:18.823" v="51" actId="34807"/>
          <ac:spMkLst>
            <pc:docMk/>
            <pc:sldMk cId="2869595439" sldId="3161"/>
            <ac:spMk id="4120" creationId="{78760A49-5DEE-4D13-6D39-229EE7670D28}"/>
          </ac:spMkLst>
        </pc:spChg>
        <pc:spChg chg="add mod">
          <ac:chgData name="" userId="" providerId="" clId="Web-{3495579C-5366-4F5D-AC85-4DCA76B69EAB}" dt="2026-09-24T17:25:42.083" v="61" actId="34807"/>
          <ac:spMkLst>
            <pc:docMk/>
            <pc:sldMk cId="2869595439" sldId="3161"/>
            <ac:spMk id="5436" creationId="{597AF305-E727-F236-E201-7ACA475B5428}"/>
          </ac:spMkLst>
        </pc:spChg>
        <pc:spChg chg="add mod">
          <ac:chgData name="" userId="" providerId="" clId="Web-{3495579C-5366-4F5D-AC85-4DCA76B69EAB}" dt="2026-09-24T17:25:42.083" v="61" actId="34807"/>
          <ac:spMkLst>
            <pc:docMk/>
            <pc:sldMk cId="2869595439" sldId="3161"/>
            <ac:spMk id="5439" creationId="{F1311934-1BA4-BB29-9FC0-CE70CB2F728B}"/>
          </ac:spMkLst>
        </pc:spChg>
        <pc:spChg chg="mod">
          <ac:chgData name="" userId="" providerId="" clId="Web-{3495579C-5366-4F5D-AC85-4DCA76B69EAB}" dt="2026-09-24T17:25:44.411" v="63" actId="34807"/>
          <ac:spMkLst>
            <pc:docMk/>
            <pc:sldMk cId="2869595439" sldId="3161"/>
            <ac:spMk id="5448" creationId="{FAF40148-D0C9-9CAE-20EB-2B95A45C92A1}"/>
          </ac:spMkLst>
        </pc:spChg>
        <pc:spChg chg="add mod">
          <ac:chgData name="" userId="" providerId="" clId="Web-{3495579C-5366-4F5D-AC85-4DCA76B69EAB}" dt="2026-09-24T17:25:42.083" v="61" actId="34807"/>
          <ac:spMkLst>
            <pc:docMk/>
            <pc:sldMk cId="2869595439" sldId="3161"/>
            <ac:spMk id="5454" creationId="{B6407835-A607-9494-2C81-49B0402A2AA1}"/>
          </ac:spMkLst>
        </pc:spChg>
        <pc:spChg chg="add mod">
          <ac:chgData name="" userId="" providerId="" clId="Web-{3495579C-5366-4F5D-AC85-4DCA76B69EAB}" dt="2026-09-24T17:25:42.083" v="61" actId="34807"/>
          <ac:spMkLst>
            <pc:docMk/>
            <pc:sldMk cId="2869595439" sldId="3161"/>
            <ac:spMk id="5461" creationId="{A62D0060-CA81-981D-4D1E-CD1A1E45634B}"/>
          </ac:spMkLst>
        </pc:spChg>
        <pc:spChg chg="add mod">
          <ac:chgData name="" userId="" providerId="" clId="Web-{3495579C-5366-4F5D-AC85-4DCA76B69EAB}" dt="2026-09-24T17:25:44.411" v="63" actId="34807"/>
          <ac:spMkLst>
            <pc:docMk/>
            <pc:sldMk cId="2869595439" sldId="3161"/>
            <ac:spMk id="5469" creationId="{1FD6B9A8-F260-C59A-4F1D-BD4E33CE94C4}"/>
          </ac:spMkLst>
        </pc:spChg>
        <pc:spChg chg="add mod">
          <ac:chgData name="" userId="" providerId="" clId="Web-{3495579C-5366-4F5D-AC85-4DCA76B69EAB}" dt="2026-09-24T17:25:42.083" v="61" actId="34807"/>
          <ac:spMkLst>
            <pc:docMk/>
            <pc:sldMk cId="2869595439" sldId="3161"/>
            <ac:spMk id="5488" creationId="{6C5F9236-5A96-DA84-D722-783F49634320}"/>
          </ac:spMkLst>
        </pc:spChg>
        <pc:spChg chg="mod">
          <ac:chgData name="" userId="" providerId="" clId="Web-{3495579C-5366-4F5D-AC85-4DCA76B69EAB}" dt="2026-09-24T17:25:44.411" v="63" actId="34807"/>
          <ac:spMkLst>
            <pc:docMk/>
            <pc:sldMk cId="2869595439" sldId="3161"/>
            <ac:spMk id="5499" creationId="{03353F0B-3D44-A49F-C7B5-F3EA6C6328A2}"/>
          </ac:spMkLst>
        </pc:spChg>
        <pc:spChg chg="add mod">
          <ac:chgData name="" userId="" providerId="" clId="Web-{3495579C-5366-4F5D-AC85-4DCA76B69EAB}" dt="2026-09-24T17:25:42.083" v="61" actId="34807"/>
          <ac:spMkLst>
            <pc:docMk/>
            <pc:sldMk cId="2869595439" sldId="3161"/>
            <ac:spMk id="5511" creationId="{1982DDFC-8EFF-19A0-EB55-C60D16AB8517}"/>
          </ac:spMkLst>
        </pc:spChg>
        <pc:spChg chg="add mod">
          <ac:chgData name="" userId="" providerId="" clId="Web-{3495579C-5366-4F5D-AC85-4DCA76B69EAB}" dt="2026-09-24T17:25:44.411" v="63" actId="34807"/>
          <ac:spMkLst>
            <pc:docMk/>
            <pc:sldMk cId="2869595439" sldId="3161"/>
            <ac:spMk id="5524" creationId="{D040BBB4-5087-43D3-E4A6-13E62E69DB3B}"/>
          </ac:spMkLst>
        </pc:spChg>
        <pc:spChg chg="add mod">
          <ac:chgData name="" userId="" providerId="" clId="Web-{3495579C-5366-4F5D-AC85-4DCA76B69EAB}" dt="2026-09-24T17:25:44.411" v="63" actId="34807"/>
          <ac:spMkLst>
            <pc:docMk/>
            <pc:sldMk cId="2869595439" sldId="3161"/>
            <ac:spMk id="5538" creationId="{97266AC6-A677-9003-5044-4D4FB863DF43}"/>
          </ac:spMkLst>
        </pc:spChg>
        <pc:spChg chg="mod">
          <ac:chgData name="" userId="" providerId="" clId="Web-{3495579C-5366-4F5D-AC85-4DCA76B69EAB}" dt="2026-09-24T17:25:44.411" v="63" actId="34807"/>
          <ac:spMkLst>
            <pc:docMk/>
            <pc:sldMk cId="2869595439" sldId="3161"/>
            <ac:spMk id="5569" creationId="{A3403205-4147-EC57-38DD-7693F9FB52ED}"/>
          </ac:spMkLst>
        </pc:spChg>
        <pc:spChg chg="mod">
          <ac:chgData name="" userId="" providerId="" clId="Web-{3495579C-5366-4F5D-AC85-4DCA76B69EAB}" dt="2026-09-24T17:25:44.411" v="63" actId="34807"/>
          <ac:spMkLst>
            <pc:docMk/>
            <pc:sldMk cId="2869595439" sldId="3161"/>
            <ac:spMk id="5586" creationId="{096C97F9-A24C-0F21-BB39-657CBD5D235C}"/>
          </ac:spMkLst>
        </pc:spChg>
        <pc:spChg chg="add mod">
          <ac:chgData name="" userId="" providerId="" clId="Web-{3495579C-5366-4F5D-AC85-4DCA76B69EAB}" dt="2026-09-24T17:25:44.411" v="63" actId="34807"/>
          <ac:spMkLst>
            <pc:docMk/>
            <pc:sldMk cId="2869595439" sldId="3161"/>
            <ac:spMk id="5623" creationId="{B312E0F7-857A-1466-CAEB-C67868EE5CD2}"/>
          </ac:spMkLst>
        </pc:spChg>
        <pc:picChg chg="add">
          <ac:chgData name="" userId="" providerId="" clId="Web-{3495579C-5366-4F5D-AC85-4DCA76B69EAB}" dt="2026-09-24T17:25:41.395" v="60" actId="34807"/>
          <ac:picMkLst>
            <pc:docMk/>
            <pc:sldMk cId="2869595439" sldId="3161"/>
            <ac:picMk id="5433" creationId="{416B9FBE-BA00-55FD-C1AE-AB4A8DACB0D9}"/>
          </ac:picMkLst>
        </pc:picChg>
      </pc:sldChg>
      <pc:sldMasterChg chg="modSp modSldLayout">
        <pc:chgData name="" userId="" providerId="" clId="Web-{3495579C-5366-4F5D-AC85-4DCA76B69EAB}" dt="2026-09-24T17:15:57.327" v="0" actId="34807"/>
        <pc:sldMasterMkLst>
          <pc:docMk/>
          <pc:sldMasterMk cId="2209977519" sldId="2147483648"/>
        </pc:sldMasterMkLst>
        <pc:spChg chg="mod">
          <ac:chgData name="" userId="" providerId="" clId="Web-{3495579C-5366-4F5D-AC85-4DCA76B69EAB}" dt="2026-09-24T17:15:57.327" v="0" actId="34807"/>
          <ac:spMkLst>
            <pc:docMk/>
            <pc:sldMasterMk cId="2209977519" sldId="2147483648"/>
            <ac:spMk id="2" creationId="{00000000-0000-0000-0000-000000000000}"/>
          </ac:spMkLst>
        </pc:spChg>
        <pc:spChg chg="mod">
          <ac:chgData name="" userId="" providerId="" clId="Web-{3495579C-5366-4F5D-AC85-4DCA76B69EAB}" dt="2026-09-24T17:15:57.327" v="0" actId="34807"/>
          <ac:spMkLst>
            <pc:docMk/>
            <pc:sldMasterMk cId="2209977519" sldId="2147483648"/>
            <ac:spMk id="3" creationId="{00000000-0000-0000-0000-000000000000}"/>
          </ac:spMkLst>
        </pc:spChg>
        <pc:spChg chg="mod">
          <ac:chgData name="" userId="" providerId="" clId="Web-{3495579C-5366-4F5D-AC85-4DCA76B69EAB}" dt="2026-09-24T17:15:57.327" v="0" actId="34807"/>
          <ac:spMkLst>
            <pc:docMk/>
            <pc:sldMasterMk cId="2209977519" sldId="2147483648"/>
            <ac:spMk id="4" creationId="{00000000-0000-0000-0000-000000000000}"/>
          </ac:spMkLst>
        </pc:spChg>
        <pc:spChg chg="mod">
          <ac:chgData name="" userId="" providerId="" clId="Web-{3495579C-5366-4F5D-AC85-4DCA76B69EAB}" dt="2026-09-24T17:15:57.327" v="0" actId="34807"/>
          <ac:spMkLst>
            <pc:docMk/>
            <pc:sldMasterMk cId="2209977519" sldId="2147483648"/>
            <ac:spMk id="5" creationId="{00000000-0000-0000-0000-000000000000}"/>
          </ac:spMkLst>
        </pc:spChg>
        <pc:spChg chg="mod">
          <ac:chgData name="" userId="" providerId="" clId="Web-{3495579C-5366-4F5D-AC85-4DCA76B69EAB}" dt="2026-09-24T17:15:57.327" v="0" actId="34807"/>
          <ac:spMkLst>
            <pc:docMk/>
            <pc:sldMasterMk cId="2209977519" sldId="2147483648"/>
            <ac:spMk id="6" creationId="{00000000-0000-0000-0000-000000000000}"/>
          </ac:spMkLst>
        </pc:spChg>
        <pc:sldLayoutChg chg="modSp">
          <pc:chgData name="" userId="" providerId="" clId="Web-{3495579C-5366-4F5D-AC85-4DCA76B69EAB}" dt="2026-09-24T17:15:57.327" v="0" actId="34807"/>
          <pc:sldLayoutMkLst>
            <pc:docMk/>
            <pc:sldMasterMk cId="2209977519" sldId="2147483648"/>
            <pc:sldLayoutMk cId="3168075583" sldId="2147483649"/>
          </pc:sldLayoutMkLst>
          <pc:spChg chg="mod">
            <ac:chgData name="" userId="" providerId="" clId="Web-{3495579C-5366-4F5D-AC85-4DCA76B69EAB}" dt="2026-09-24T17:15:57.327" v="0" actId="34807"/>
            <ac:spMkLst>
              <pc:docMk/>
              <pc:sldMasterMk cId="2209977519" sldId="2147483648"/>
              <pc:sldLayoutMk cId="3168075583" sldId="2147483649"/>
              <ac:spMk id="2" creationId="{00000000-0000-0000-0000-000000000000}"/>
            </ac:spMkLst>
          </pc:spChg>
          <pc:spChg chg="mod">
            <ac:chgData name="" userId="" providerId="" clId="Web-{3495579C-5366-4F5D-AC85-4DCA76B69EAB}" dt="2026-09-24T17:15:57.327" v="0" actId="34807"/>
            <ac:spMkLst>
              <pc:docMk/>
              <pc:sldMasterMk cId="2209977519" sldId="2147483648"/>
              <pc:sldLayoutMk cId="3168075583" sldId="2147483649"/>
              <ac:spMk id="3" creationId="{00000000-0000-0000-0000-000000000000}"/>
            </ac:spMkLst>
          </pc:spChg>
        </pc:sldLayoutChg>
        <pc:sldLayoutChg chg="modSp">
          <pc:chgData name="" userId="" providerId="" clId="Web-{3495579C-5366-4F5D-AC85-4DCA76B69EAB}" dt="2026-09-24T17:15:57.327" v="0" actId="34807"/>
          <pc:sldLayoutMkLst>
            <pc:docMk/>
            <pc:sldMasterMk cId="2209977519" sldId="2147483648"/>
            <pc:sldLayoutMk cId="960648375" sldId="2147483651"/>
          </pc:sldLayoutMkLst>
          <pc:spChg chg="mod">
            <ac:chgData name="" userId="" providerId="" clId="Web-{3495579C-5366-4F5D-AC85-4DCA76B69EAB}" dt="2026-09-24T17:15:57.327" v="0" actId="34807"/>
            <ac:spMkLst>
              <pc:docMk/>
              <pc:sldMasterMk cId="2209977519" sldId="2147483648"/>
              <pc:sldLayoutMk cId="960648375" sldId="2147483651"/>
              <ac:spMk id="2" creationId="{00000000-0000-0000-0000-000000000000}"/>
            </ac:spMkLst>
          </pc:spChg>
          <pc:spChg chg="mod">
            <ac:chgData name="" userId="" providerId="" clId="Web-{3495579C-5366-4F5D-AC85-4DCA76B69EAB}" dt="2026-09-24T17:15:57.327" v="0" actId="34807"/>
            <ac:spMkLst>
              <pc:docMk/>
              <pc:sldMasterMk cId="2209977519" sldId="2147483648"/>
              <pc:sldLayoutMk cId="960648375" sldId="2147483651"/>
              <ac:spMk id="3" creationId="{00000000-0000-0000-0000-000000000000}"/>
            </ac:spMkLst>
          </pc:spChg>
        </pc:sldLayoutChg>
        <pc:sldLayoutChg chg="modSp">
          <pc:chgData name="" userId="" providerId="" clId="Web-{3495579C-5366-4F5D-AC85-4DCA76B69EAB}" dt="2026-09-24T17:15:57.327" v="0" actId="34807"/>
          <pc:sldLayoutMkLst>
            <pc:docMk/>
            <pc:sldMasterMk cId="2209977519" sldId="2147483648"/>
            <pc:sldLayoutMk cId="2782244947" sldId="2147483652"/>
          </pc:sldLayoutMkLst>
          <pc:spChg chg="mod">
            <ac:chgData name="" userId="" providerId="" clId="Web-{3495579C-5366-4F5D-AC85-4DCA76B69EAB}" dt="2026-09-24T17:15:57.327" v="0" actId="34807"/>
            <ac:spMkLst>
              <pc:docMk/>
              <pc:sldMasterMk cId="2209977519" sldId="2147483648"/>
              <pc:sldLayoutMk cId="2782244947" sldId="2147483652"/>
              <ac:spMk id="3" creationId="{00000000-0000-0000-0000-000000000000}"/>
            </ac:spMkLst>
          </pc:spChg>
          <pc:spChg chg="mod">
            <ac:chgData name="" userId="" providerId="" clId="Web-{3495579C-5366-4F5D-AC85-4DCA76B69EAB}" dt="2026-09-24T17:15:57.327" v="0" actId="34807"/>
            <ac:spMkLst>
              <pc:docMk/>
              <pc:sldMasterMk cId="2209977519" sldId="2147483648"/>
              <pc:sldLayoutMk cId="2782244947" sldId="2147483652"/>
              <ac:spMk id="4" creationId="{00000000-0000-0000-0000-000000000000}"/>
            </ac:spMkLst>
          </pc:spChg>
        </pc:sldLayoutChg>
        <pc:sldLayoutChg chg="modSp">
          <pc:chgData name="" userId="" providerId="" clId="Web-{3495579C-5366-4F5D-AC85-4DCA76B69EAB}" dt="2026-09-24T17:15:57.327" v="0" actId="34807"/>
          <pc:sldLayoutMkLst>
            <pc:docMk/>
            <pc:sldMasterMk cId="2209977519" sldId="2147483648"/>
            <pc:sldLayoutMk cId="990158736" sldId="2147483653"/>
          </pc:sldLayoutMkLst>
          <pc:spChg chg="mod">
            <ac:chgData name="" userId="" providerId="" clId="Web-{3495579C-5366-4F5D-AC85-4DCA76B69EAB}" dt="2026-09-24T17:15:57.327" v="0" actId="34807"/>
            <ac:spMkLst>
              <pc:docMk/>
              <pc:sldMasterMk cId="2209977519" sldId="2147483648"/>
              <pc:sldLayoutMk cId="990158736" sldId="2147483653"/>
              <ac:spMk id="3" creationId="{00000000-0000-0000-0000-000000000000}"/>
            </ac:spMkLst>
          </pc:spChg>
          <pc:spChg chg="mod">
            <ac:chgData name="" userId="" providerId="" clId="Web-{3495579C-5366-4F5D-AC85-4DCA76B69EAB}" dt="2026-09-24T17:15:57.327" v="0" actId="34807"/>
            <ac:spMkLst>
              <pc:docMk/>
              <pc:sldMasterMk cId="2209977519" sldId="2147483648"/>
              <pc:sldLayoutMk cId="990158736" sldId="2147483653"/>
              <ac:spMk id="4" creationId="{00000000-0000-0000-0000-000000000000}"/>
            </ac:spMkLst>
          </pc:spChg>
          <pc:spChg chg="mod">
            <ac:chgData name="" userId="" providerId="" clId="Web-{3495579C-5366-4F5D-AC85-4DCA76B69EAB}" dt="2026-09-24T17:15:57.327" v="0" actId="34807"/>
            <ac:spMkLst>
              <pc:docMk/>
              <pc:sldMasterMk cId="2209977519" sldId="2147483648"/>
              <pc:sldLayoutMk cId="990158736" sldId="2147483653"/>
              <ac:spMk id="5" creationId="{00000000-0000-0000-0000-000000000000}"/>
            </ac:spMkLst>
          </pc:spChg>
          <pc:spChg chg="mod">
            <ac:chgData name="" userId="" providerId="" clId="Web-{3495579C-5366-4F5D-AC85-4DCA76B69EAB}" dt="2026-09-24T17:15:57.327" v="0" actId="34807"/>
            <ac:spMkLst>
              <pc:docMk/>
              <pc:sldMasterMk cId="2209977519" sldId="2147483648"/>
              <pc:sldLayoutMk cId="990158736" sldId="2147483653"/>
              <ac:spMk id="6" creationId="{00000000-0000-0000-0000-000000000000}"/>
            </ac:spMkLst>
          </pc:spChg>
        </pc:sldLayoutChg>
        <pc:sldLayoutChg chg="modSp">
          <pc:chgData name="" userId="" providerId="" clId="Web-{3495579C-5366-4F5D-AC85-4DCA76B69EAB}" dt="2026-09-24T17:15:57.327" v="0" actId="34807"/>
          <pc:sldLayoutMkLst>
            <pc:docMk/>
            <pc:sldMasterMk cId="2209977519" sldId="2147483648"/>
            <pc:sldLayoutMk cId="1840726560" sldId="2147483656"/>
          </pc:sldLayoutMkLst>
          <pc:spChg chg="mod">
            <ac:chgData name="" userId="" providerId="" clId="Web-{3495579C-5366-4F5D-AC85-4DCA76B69EAB}" dt="2026-09-24T17:15:57.327" v="0" actId="34807"/>
            <ac:spMkLst>
              <pc:docMk/>
              <pc:sldMasterMk cId="2209977519" sldId="2147483648"/>
              <pc:sldLayoutMk cId="1840726560" sldId="2147483656"/>
              <ac:spMk id="2" creationId="{00000000-0000-0000-0000-000000000000}"/>
            </ac:spMkLst>
          </pc:spChg>
          <pc:spChg chg="mod">
            <ac:chgData name="" userId="" providerId="" clId="Web-{3495579C-5366-4F5D-AC85-4DCA76B69EAB}" dt="2026-09-24T17:15:57.327" v="0" actId="34807"/>
            <ac:spMkLst>
              <pc:docMk/>
              <pc:sldMasterMk cId="2209977519" sldId="2147483648"/>
              <pc:sldLayoutMk cId="1840726560" sldId="2147483656"/>
              <ac:spMk id="3" creationId="{00000000-0000-0000-0000-000000000000}"/>
            </ac:spMkLst>
          </pc:spChg>
          <pc:spChg chg="mod">
            <ac:chgData name="" userId="" providerId="" clId="Web-{3495579C-5366-4F5D-AC85-4DCA76B69EAB}" dt="2026-09-24T17:15:57.327" v="0" actId="34807"/>
            <ac:spMkLst>
              <pc:docMk/>
              <pc:sldMasterMk cId="2209977519" sldId="2147483648"/>
              <pc:sldLayoutMk cId="1840726560" sldId="2147483656"/>
              <ac:spMk id="4" creationId="{00000000-0000-0000-0000-000000000000}"/>
            </ac:spMkLst>
          </pc:spChg>
        </pc:sldLayoutChg>
        <pc:sldLayoutChg chg="modSp">
          <pc:chgData name="" userId="" providerId="" clId="Web-{3495579C-5366-4F5D-AC85-4DCA76B69EAB}" dt="2026-09-24T17:15:57.327" v="0" actId="34807"/>
          <pc:sldLayoutMkLst>
            <pc:docMk/>
            <pc:sldMasterMk cId="2209977519" sldId="2147483648"/>
            <pc:sldLayoutMk cId="3889236939" sldId="2147483657"/>
          </pc:sldLayoutMkLst>
          <pc:spChg chg="mod">
            <ac:chgData name="" userId="" providerId="" clId="Web-{3495579C-5366-4F5D-AC85-4DCA76B69EAB}" dt="2026-09-24T17:15:57.327" v="0" actId="34807"/>
            <ac:spMkLst>
              <pc:docMk/>
              <pc:sldMasterMk cId="2209977519" sldId="2147483648"/>
              <pc:sldLayoutMk cId="3889236939" sldId="2147483657"/>
              <ac:spMk id="2" creationId="{00000000-0000-0000-0000-000000000000}"/>
            </ac:spMkLst>
          </pc:spChg>
          <pc:spChg chg="mod">
            <ac:chgData name="" userId="" providerId="" clId="Web-{3495579C-5366-4F5D-AC85-4DCA76B69EAB}" dt="2026-09-24T17:15:57.327" v="0" actId="34807"/>
            <ac:spMkLst>
              <pc:docMk/>
              <pc:sldMasterMk cId="2209977519" sldId="2147483648"/>
              <pc:sldLayoutMk cId="3889236939" sldId="2147483657"/>
              <ac:spMk id="3" creationId="{00000000-0000-0000-0000-000000000000}"/>
            </ac:spMkLst>
          </pc:spChg>
          <pc:spChg chg="mod">
            <ac:chgData name="" userId="" providerId="" clId="Web-{3495579C-5366-4F5D-AC85-4DCA76B69EAB}" dt="2026-09-24T17:15:57.327" v="0" actId="34807"/>
            <ac:spMkLst>
              <pc:docMk/>
              <pc:sldMasterMk cId="2209977519" sldId="2147483648"/>
              <pc:sldLayoutMk cId="3889236939" sldId="2147483657"/>
              <ac:spMk id="4" creationId="{00000000-0000-0000-0000-000000000000}"/>
            </ac:spMkLst>
          </pc:spChg>
        </pc:sldLayoutChg>
        <pc:sldLayoutChg chg="modSp">
          <pc:chgData name="" userId="" providerId="" clId="Web-{3495579C-5366-4F5D-AC85-4DCA76B69EAB}" dt="2026-09-24T17:15:57.327" v="0" actId="34807"/>
          <pc:sldLayoutMkLst>
            <pc:docMk/>
            <pc:sldMasterMk cId="2209977519" sldId="2147483648"/>
            <pc:sldLayoutMk cId="3612223792" sldId="2147483659"/>
          </pc:sldLayoutMkLst>
          <pc:spChg chg="mod">
            <ac:chgData name="" userId="" providerId="" clId="Web-{3495579C-5366-4F5D-AC85-4DCA76B69EAB}" dt="2026-09-24T17:15:57.327" v="0" actId="34807"/>
            <ac:spMkLst>
              <pc:docMk/>
              <pc:sldMasterMk cId="2209977519" sldId="2147483648"/>
              <pc:sldLayoutMk cId="3612223792" sldId="2147483659"/>
              <ac:spMk id="2" creationId="{00000000-0000-0000-0000-000000000000}"/>
            </ac:spMkLst>
          </pc:spChg>
          <pc:spChg chg="mod">
            <ac:chgData name="" userId="" providerId="" clId="Web-{3495579C-5366-4F5D-AC85-4DCA76B69EAB}" dt="2026-09-24T17:15:57.327"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C5EED-5DD9-43F9-93A2-EF293B6AC6FD}" type="datetimeFigureOut">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21CE7-389A-4CE4-A570-C242DFD954A6}" type="slidenum">
              <a:t>‹#›</a:t>
            </a:fld>
            <a:endParaRPr lang="en-US"/>
          </a:p>
        </p:txBody>
      </p:sp>
    </p:spTree>
    <p:extLst>
      <p:ext uri="{BB962C8B-B14F-4D97-AF65-F5344CB8AC3E}">
        <p14:creationId xmlns:p14="http://schemas.microsoft.com/office/powerpoint/2010/main" val="148329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Original proposed architecture and illustrative economics for a Micron-like global semiconductor enterprise. Company valuation is not a sizing input. No assertion of Micron spend, adoption, or market capitalization. Repository describes a cross-cloud AI cost analytics concept. It has not been deployment-tested here. https://github.com/csdmichael/FabricIQ-FoundryIQ-CostOps-Docs
The wafer image is generated illustrative art. No official customer imagery is implied.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1</a:t>
            </a:fld>
            <a:endParaRPr lang="en-US"/>
          </a:p>
        </p:txBody>
      </p:sp>
    </p:spTree>
    <p:extLst>
      <p:ext uri="{BB962C8B-B14F-4D97-AF65-F5344CB8AC3E}">
        <p14:creationId xmlns:p14="http://schemas.microsoft.com/office/powerpoint/2010/main" val="423762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planning assumptions — not Micron spend, Microsoft pricing quotes, or guaranteed savings. Base S=$5,000,000/month. Gross reduction = 1−0.88×0.92×0.95 = 23.088%; gross $1,154,400/month; ongoing platform $100,000/month; net $1,054,400/month. Annual run-rate net $12,652,800. Year one = 10.5×gross−12×ongoing−$600,000 setup = $10,321,200. Productivity and avoided incidents are not cash savings in this model. These are hypotheses, not measured outcomes.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2</a:t>
            </a:fld>
            <a:endParaRPr lang="en-US"/>
          </a:p>
        </p:txBody>
      </p:sp>
    </p:spTree>
    <p:extLst>
      <p:ext uri="{BB962C8B-B14F-4D97-AF65-F5344CB8AC3E}">
        <p14:creationId xmlns:p14="http://schemas.microsoft.com/office/powerpoint/2010/main" val="954904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Proposed decisions for a global semiconductor enterprise. No production deployment or actual benefit is claimed. Unify bills and usage to compare cost per approved business outcome; do not use token reduction alone as a quality metric. Semiconductor macro image is generated illustrative art.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3</a:t>
            </a:fld>
            <a:endParaRPr lang="en-US"/>
          </a:p>
        </p:txBody>
      </p:sp>
    </p:spTree>
    <p:extLst>
      <p:ext uri="{BB962C8B-B14F-4D97-AF65-F5344CB8AC3E}">
        <p14:creationId xmlns:p14="http://schemas.microsoft.com/office/powerpoint/2010/main" val="3060581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Repository overview: Five-provider usage is normalized into Fabric facts with rate provenance and ML outputs. https://github.com/csdmichael/FabricIQ-FoundryIQ-CostOps-Docs
Gold fact: ml.tokenomics_usage_fact. Effective-dated table model_price_history and provenance model_price_snapshot. ML writes ml.* output tables including ml.ml_insight_fact and ml.model_run_ledger. The pricing enrichment relationship is described in the caption to keep connector lanes free. Log Analytics ingestion to Fabric is proposed and needs design of export/collection, cadence, schema, retention, and reconciliation. Repository claims were not production-validated.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4</a:t>
            </a:fld>
            <a:endParaRPr lang="en-US"/>
          </a:p>
        </p:txBody>
      </p:sp>
    </p:spTree>
    <p:extLst>
      <p:ext uri="{BB962C8B-B14F-4D97-AF65-F5344CB8AC3E}">
        <p14:creationId xmlns:p14="http://schemas.microsoft.com/office/powerpoint/2010/main" val="2763906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Blue arrows: top row is tool/API invocation; downward arrows from Foundry and APIM are telemetry; workspace-to-Fabric is data ingestion. Foundry connects workspace-based Application Insights to Log Analytics. APIM diagnostics and policies must propagate and log trusted caller context; its UserId is not automatically an Entra user ID. Do not log credentials or prompt bodies by default. The adapter path is proposed, and must preserve OBO/user identity and validate preview compatibility. The native direct Foundry-to-Fabric tool is an alternative and does not inherently traverse APIM. Fabric Data Agent queries both the Tokenomics Lakehouse and ML tables. https://learn.microsoft.com/en-us/azure/foundry/agents/how-to/tools/fabric
https://learn.microsoft.com/en-us/fabric/data-science/fabric-data-agent-foundry-observability
https://learn.microsoft.com/en-us/azure/api-management/monitor-api-management
https://learn.microsoft.com/en-us/azure/azure-monitor/reference/tables/apimanagementgatewaylogs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5</a:t>
            </a:fld>
            <a:endParaRPr lang="en-US"/>
          </a:p>
        </p:txBody>
      </p:sp>
    </p:spTree>
    <p:extLst>
      <p:ext uri="{BB962C8B-B14F-4D97-AF65-F5344CB8AC3E}">
        <p14:creationId xmlns:p14="http://schemas.microsoft.com/office/powerpoint/2010/main" val="3961194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Return paths are explicit bidirectional arrows: queries descend, governed results return to each UI pane and leaders. Custom reports use authenticated backend APIs and the Fabric SQL endpoint—not browser direct SQL. Embedded Power BI uses semantic-model access controls and the appropriate licensed serving mode. Foundry chat calls a secure backend; Foundry invokes Fabric Data Agent as a tool, directly or through the proposed APIM/adapter route on slide 5. Both tokenomics and ML outputs are queried. Validate embedding, OBO, tenant, capacity, licensing and regional boundaries. https://learn.microsoft.com/en-us/azure/foundry/agents/how-to/tools/fabric
https://learn.microsoft.com/en-us/fabric/data-science/data-agent-foundry-fabric-iq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6</a:t>
            </a:fld>
            <a:endParaRPr lang="en-US"/>
          </a:p>
        </p:txBody>
      </p:sp>
    </p:spTree>
    <p:extLst>
      <p:ext uri="{BB962C8B-B14F-4D97-AF65-F5344CB8AC3E}">
        <p14:creationId xmlns:p14="http://schemas.microsoft.com/office/powerpoint/2010/main" val="4159477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repository describes 12 ML use cases and training/inference outputs; this slide groups selected capabilities without asserting deployed effectiveness. No ML model performance figures are verified. A ledger should track model version, run, recommendation, approver, change, quality impact and reconciled financial outcome. Attribution and chargeback improve accountability; they are not an additional savings lever. https://github.com/csdmichael/FabricIQ-FoundryIQ-CostOps-Docs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7</a:t>
            </a:fld>
            <a:endParaRPr lang="en-US"/>
          </a:p>
        </p:txBody>
      </p:sp>
    </p:spTree>
    <p:extLst>
      <p:ext uri="{BB962C8B-B14F-4D97-AF65-F5344CB8AC3E}">
        <p14:creationId xmlns:p14="http://schemas.microsoft.com/office/powerpoint/2010/main" val="222579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planning assumptions — not Micron spend, Microsoft pricing quotes, or guaranteed savings. Shape-built editable waterfall, with $million scale from zero. First reduction: 12%×$5,000,000=$600,000. Second: 8%×$4,400,000=$352,000. Third: 5%×$4,048,000=$202,400. Gross=$1,154,400 (23.088%). Less $100,000 ongoing platform=$1,054,400 net/month. Constant rates across scenarios test spend scale, not probability. No productivity, avoided incidents or chargeback double-counting.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8</a:t>
            </a:fld>
            <a:endParaRPr lang="en-US"/>
          </a:p>
        </p:txBody>
      </p:sp>
    </p:spTree>
    <p:extLst>
      <p:ext uri="{BB962C8B-B14F-4D97-AF65-F5344CB8AC3E}">
        <p14:creationId xmlns:p14="http://schemas.microsoft.com/office/powerpoint/2010/main" val="1459698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planning assumptions — not Micron spend, Microsoft pricing quotes, or guaranteed savings. Editable shape-built column chart. The original native object was replaced at the user's request because native chart extension tags failed structural validation. The underlying values, category labels, scale and financial content are unchanged. Categories are in-scope AI spend levels, not customer observations. Gross rate 23.088% in each; platform monthly costs $50k/$100k/$150k. Annual net run-rate equals monthly net×12, not first-year realized benefit. First-year ramp/setup values appear on slide 14. Values plotted in millions. Monthly net 180880/1054400/2158800; annual 2170560/12652800/25905600.
Header uses an editable reconstruction of the Microsoft four-square mark and wordmark, not a supplied official logo asset.</a:t>
            </a:r>
          </a:p>
        </p:txBody>
      </p:sp>
      <p:sp>
        <p:nvSpPr>
          <p:cNvPr id="4" name="Slide Number Placeholder 3"/>
          <p:cNvSpPr>
            <a:spLocks noGrp="1"/>
          </p:cNvSpPr>
          <p:nvPr>
            <p:ph type="sldNum" sz="quarter" idx="5"/>
          </p:nvPr>
        </p:nvSpPr>
        <p:spPr/>
        <p:txBody>
          <a:bodyPr/>
          <a:lstStyle/>
          <a:p>
            <a:fld id="{64121CE7-389A-4CE4-A570-C242DFD954A6}" type="slidenum">
              <a:t>9</a:t>
            </a:fld>
            <a:endParaRPr lang="en-US"/>
          </a:p>
        </p:txBody>
      </p:sp>
    </p:spTree>
    <p:extLst>
      <p:ext uri="{BB962C8B-B14F-4D97-AF65-F5344CB8AC3E}">
        <p14:creationId xmlns:p14="http://schemas.microsoft.com/office/powerpoint/2010/main" val="1126087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planning assumptions — not Micron spend, Microsoft pricing quotes, or guaranteed savings. Editable shape-built column chart. The original native object was replaced at the user's request because native chart extension tags failed structural validation. The underlying values, category labels, scale and financial content are unchanged. Categories are in-scope AI spend levels, not customer observations. Gross rate 23.088% in each; platform monthly costs $50k/$100k/$150k. Annual net run-rate equals monthly net×12, not first-year realized benefit. First-year ramp/setup values appear on slide 14. Values plotted in millions. Monthly net 180880/1054400/2158800; annual 2170560/12652800/25905600.
Header uses an editable reconstruction of the Microsoft four-square mark and wordmark, not a supplied official logo asset.</a:t>
            </a:r>
          </a:p>
        </p:txBody>
      </p:sp>
      <p:sp>
        <p:nvSpPr>
          <p:cNvPr id="4" name="Slide Number Placeholder 3"/>
          <p:cNvSpPr>
            <a:spLocks noGrp="1"/>
          </p:cNvSpPr>
          <p:nvPr>
            <p:ph type="sldNum" sz="quarter" idx="5"/>
          </p:nvPr>
        </p:nvSpPr>
        <p:spPr/>
        <p:txBody>
          <a:bodyPr/>
          <a:lstStyle/>
          <a:p>
            <a:fld id="{64121CE7-389A-4CE4-A570-C242DFD954A6}" type="slidenum">
              <a:t>10</a:t>
            </a:fld>
            <a:endParaRPr lang="en-US"/>
          </a:p>
        </p:txBody>
      </p:sp>
    </p:spTree>
    <p:extLst>
      <p:ext uri="{BB962C8B-B14F-4D97-AF65-F5344CB8AC3E}">
        <p14:creationId xmlns:p14="http://schemas.microsoft.com/office/powerpoint/2010/main" val="4160170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Static PowerPoint mockup, not a working application. Simulated recommendation examples show how management and BU leaders could use native reports, embedded Power BI and conversational data access. Values reuse the planning case, not fabricated realized KPIs. Status words intentionally show unverified evidence; no artificial risk score, confidence rate or adoption result.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11</a:t>
            </a:fld>
            <a:endParaRPr lang="en-US"/>
          </a:p>
        </p:txBody>
      </p:sp>
    </p:spTree>
    <p:extLst>
      <p:ext uri="{BB962C8B-B14F-4D97-AF65-F5344CB8AC3E}">
        <p14:creationId xmlns:p14="http://schemas.microsoft.com/office/powerpoint/2010/main" val="4070505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Fabric data agent integration is preview. Microsoft Learn documents user-identity/OBO passthrough, no service-principal authentication for the Fabric data agent, required underlying data permissions, same tenant, and same-region source capacities. Confirm current availability before production. Foundry's selected model orchestrates and responds; it is distinct from the data agent's NL2SQL model. APIM UserId is not automatically an Entra identity. Configure trusted propagation and diagnostics; pseudonymize users and enforce retention/access boundaries. https://learn.microsoft.com/en-us/azure/foundry/agents/how-to/tools/fabric
https://learn.microsoft.com/en-us/fabric/data-science/fabric-data-agent-foundry-observability
https://learn.microsoft.com/en-us/fabric/data-science/data-agent-foundry-fabric-iq
https://learn.microsoft.com/en-us/azure/api-management/monitor-api-management
https://learn.microsoft.com/en-us/azure/azure-monitor/reference/tables/apimanagementgatewaylogs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12</a:t>
            </a:fld>
            <a:endParaRPr lang="en-US"/>
          </a:p>
        </p:txBody>
      </p:sp>
    </p:spTree>
    <p:extLst>
      <p:ext uri="{BB962C8B-B14F-4D97-AF65-F5344CB8AC3E}">
        <p14:creationId xmlns:p14="http://schemas.microsoft.com/office/powerpoint/2010/main" val="4005463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90-day plan, not a delivery commitment. Gate 1: agreed bill/usage reconciliation coverage and access review. Gate 2: workload-specific quality, latency and safety acceptance thresholds set by owners, not assumed here. Gate 3: Finance confirms realized billed savings net of incremental operating cost and one-time costs. Missing inputs: actual invoices and usage, workload mix, licenses/capacity, committed discounts, telemetry retention, traffic and quality baselines. Recommendation is to validate before scaling, not approve a guaranteed ROI.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
Cleanroom photograph-style image is generated, not an actual customer facility.
Header uses an editable reconstruction of the Microsoft four-square mark and wordmark, not a supplied official logo asset.</a:t>
            </a:r>
          </a:p>
        </p:txBody>
      </p:sp>
      <p:sp>
        <p:nvSpPr>
          <p:cNvPr id="4" name="Slide Number Placeholder 3"/>
          <p:cNvSpPr>
            <a:spLocks noGrp="1"/>
          </p:cNvSpPr>
          <p:nvPr>
            <p:ph type="sldNum" sz="quarter" idx="5"/>
          </p:nvPr>
        </p:nvSpPr>
        <p:spPr/>
        <p:txBody>
          <a:bodyPr/>
          <a:lstStyle/>
          <a:p>
            <a:fld id="{64121CE7-389A-4CE4-A570-C242DFD954A6}" type="slidenum">
              <a:t>13</a:t>
            </a:fld>
            <a:endParaRPr lang="en-US"/>
          </a:p>
        </p:txBody>
      </p:sp>
    </p:spTree>
    <p:extLst>
      <p:ext uri="{BB962C8B-B14F-4D97-AF65-F5344CB8AC3E}">
        <p14:creationId xmlns:p14="http://schemas.microsoft.com/office/powerpoint/2010/main" val="542424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planning assumptions — not Micron spend, Microsoft pricing quotes, or guaranteed savings. Sequential residual levers are 12%, then 8%, then 5% = 23.088% combined, not 25%. Monthly net = gross−platform cost; annual run-rate=12×monthly net. Ramp gross realization: months 1/2/3 =25%/50%/75%; months4–12=100%, equivalent to 10.5 months. Platform charged all 12 months. Setup paid in year one. Planning break-even baseline at $100k monthly platform cost is $433,125.43/month; assumes lever realization and no setup recovery. Platform envelope includes Fabric, APIM, Log Analytics/App Insights, Blob/Cosmos, application hosting, Foundry inference, Power BI serving/licensing and operations allocation. It is not a SKU quotation. Existing licenses, capacity headroom, discounts, commitments, retention and traffic can materially change incremental cost and realized savings. Productivity and avoided incidents excluded. Scenarios change spend scale only—not likelihood.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a:t>
            </a:r>
          </a:p>
        </p:txBody>
      </p:sp>
      <p:sp>
        <p:nvSpPr>
          <p:cNvPr id="4" name="Slide Number Placeholder 3"/>
          <p:cNvSpPr>
            <a:spLocks noGrp="1"/>
          </p:cNvSpPr>
          <p:nvPr>
            <p:ph type="sldNum" sz="quarter" idx="5"/>
          </p:nvPr>
        </p:nvSpPr>
        <p:spPr/>
        <p:txBody>
          <a:bodyPr/>
          <a:lstStyle/>
          <a:p>
            <a:fld id="{64121CE7-389A-4CE4-A570-C242DFD954A6}" type="slidenum">
              <a:t>14</a:t>
            </a:fld>
            <a:endParaRPr lang="en-US"/>
          </a:p>
        </p:txBody>
      </p:sp>
    </p:spTree>
    <p:extLst>
      <p:ext uri="{BB962C8B-B14F-4D97-AF65-F5344CB8AC3E}">
        <p14:creationId xmlns:p14="http://schemas.microsoft.com/office/powerpoint/2010/main" val="3987419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Reader-facing source register:
1. Repository—Microsoft Fabric Multi-Cloud AI Tokenomics &amp; FinOps Platform: https://github.com/csdmichael/FabricIQ-FoundryIQ-CostOps-Docs
2. Foundry Fabric data-agent tool integration (preview): https://learn.microsoft.com/en-us/azure/foundry/agents/how-to/tools/fabric
3. Foundry/Fabric data-agent observability (preview): https://learn.microsoft.com/en-us/fabric/data-science/fabric-data-agent-foundry-observability
4. Fabric IQ OneLake Catalog agents as tools (preview): https://learn.microsoft.com/en-us/fabric/data-science/data-agent-foundry-fabric-iq
5. Monitor Azure API Management: https://learn.microsoft.com/en-us/azure/api-management/monitor-api-management
6. ApiManagementGatewayLogs schema: https://learn.microsoft.com/en-us/azure/azure-monitor/reference/tables/apimanagementgatewaylogs
All business-case dollar figures and reduction rates are illustrative planning assumptions, not published customer results, Microsoft pricing quotes or guarantees. No claim Micron is a trillion-dollar enterprise. Header logo is reconstructed as editable shapes because no official asset was supplied. Charts on slides 9–10 use editable PowerPoint shapes; all architecture and waterfall marks are editable. The two native chart objects were replaced at user request after structural validation flagged their extension tags.
Header uses an editable reconstruction of the Microsoft four-square mark and wordmark, not a supplied official logo asset.
Visual inspection note: The four Microsoft logo colours are intentional branding, not extra data-series colours. The measured card/text/arrow left edges include diagram routing lanes and card insets. Mixed-size node paragraphs and the engine's trailing blank paragraph can inflate estimated text-fit warnings; actual line placement is checked in the final rendered slides. The business cover uses a deliberate flat text panel beside a photograph.
Cleanroom image is generated illustrative art.
Header uses an editable reconstruction of the Microsoft four-square mark and wordmark, not a supplied official logo asset.</a:t>
            </a:r>
          </a:p>
        </p:txBody>
      </p:sp>
      <p:sp>
        <p:nvSpPr>
          <p:cNvPr id="4" name="Slide Number Placeholder 3"/>
          <p:cNvSpPr>
            <a:spLocks noGrp="1"/>
          </p:cNvSpPr>
          <p:nvPr>
            <p:ph type="sldNum" sz="quarter" idx="5"/>
          </p:nvPr>
        </p:nvSpPr>
        <p:spPr/>
        <p:txBody>
          <a:bodyPr/>
          <a:lstStyle/>
          <a:p>
            <a:fld id="{64121CE7-389A-4CE4-A570-C242DFD954A6}" type="slidenum">
              <a:t>15</a:t>
            </a:fld>
            <a:endParaRPr lang="en-US"/>
          </a:p>
        </p:txBody>
      </p:sp>
    </p:spTree>
    <p:extLst>
      <p:ext uri="{BB962C8B-B14F-4D97-AF65-F5344CB8AC3E}">
        <p14:creationId xmlns:p14="http://schemas.microsoft.com/office/powerpoint/2010/main" val="2358094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pic>
        <p:nvPicPr>
          <p:cNvPr id="5" name="Picture 4" descr="Generated editorial semiconductor wafer image; not an actual customer facility.">
            <a:extLst>
              <a:ext uri="{FF2B5EF4-FFF2-40B4-BE49-F238E27FC236}">
                <a16:creationId xmlns:a16="http://schemas.microsoft.com/office/drawing/2014/main" id="{2FD6F9DC-8549-A452-E408-7BD6852345D4}"/>
              </a:ext>
            </a:extLst>
          </p:cNvPr>
          <p:cNvPicPr>
            <a:picLocks noChangeAspect="1"/>
          </p:cNvPicPr>
          <p:nvPr/>
        </p:nvPicPr>
        <p:blipFill>
          <a:blip r:embed="rId3"/>
          <a:stretch>
            <a:fillRect/>
          </a:stretch>
        </p:blipFill>
        <p:spPr>
          <a:xfrm>
            <a:off x="7361365" y="0"/>
            <a:ext cx="4829884" cy="5961888"/>
          </a:xfrm>
          <a:prstGeom prst="rect">
            <a:avLst/>
          </a:prstGeom>
        </p:spPr>
      </p:pic>
      <p:sp>
        <p:nvSpPr>
          <p:cNvPr id="6" name="Rectangle 5">
            <a:extLst>
              <a:ext uri="{FF2B5EF4-FFF2-40B4-BE49-F238E27FC236}">
                <a16:creationId xmlns:a16="http://schemas.microsoft.com/office/drawing/2014/main" id="{B314D560-6BDB-EA73-1613-0B4023454EFE}"/>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FECC5F3-A54B-B073-BC75-52AD30E98A17}"/>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6B42BB-465A-DB10-DE30-AA0A740EA055}"/>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E7CBE3D-3331-DC59-BA79-AF6AF894D86C}"/>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51C525-8752-19E3-D4F0-2CE553EFF170}"/>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33" name="Rectangle 32">
            <a:extLst>
              <a:ext uri="{FF2B5EF4-FFF2-40B4-BE49-F238E27FC236}">
                <a16:creationId xmlns:a16="http://schemas.microsoft.com/office/drawing/2014/main" id="{CEE6E371-6A34-FD25-6439-2073D216441F}"/>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Proposed architecture and business case • September 2026</a:t>
            </a:r>
          </a:p>
          <a:p>
            <a:pPr algn="l">
              <a:buNone/>
            </a:pPr>
            <a:r>
              <a:rPr lang="en-US" sz="100">
                <a:effectLst/>
              </a:rPr>
              <a:t> </a:t>
            </a:r>
            <a:endParaRPr lang="en-US"/>
          </a:p>
        </p:txBody>
      </p:sp>
      <p:sp>
        <p:nvSpPr>
          <p:cNvPr id="41" name="Rectangle 40">
            <a:extLst>
              <a:ext uri="{FF2B5EF4-FFF2-40B4-BE49-F238E27FC236}">
                <a16:creationId xmlns:a16="http://schemas.microsoft.com/office/drawing/2014/main" id="{991A514D-5A05-E76C-0B59-2C6BA6114D80}"/>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50" name="Rectangle 49">
            <a:extLst>
              <a:ext uri="{FF2B5EF4-FFF2-40B4-BE49-F238E27FC236}">
                <a16:creationId xmlns:a16="http://schemas.microsoft.com/office/drawing/2014/main" id="{03CC886A-BB82-F8F9-D395-567051000502}"/>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01</a:t>
            </a:r>
          </a:p>
          <a:p>
            <a:pPr algn="r">
              <a:buNone/>
            </a:pPr>
            <a:r>
              <a:rPr lang="en-US" sz="100">
                <a:effectLst/>
              </a:rPr>
              <a:t> </a:t>
            </a:r>
            <a:endParaRPr lang="en-US"/>
          </a:p>
        </p:txBody>
      </p:sp>
      <p:sp>
        <p:nvSpPr>
          <p:cNvPr id="60" name="Rectangle 59">
            <a:extLst>
              <a:ext uri="{FF2B5EF4-FFF2-40B4-BE49-F238E27FC236}">
                <a16:creationId xmlns:a16="http://schemas.microsoft.com/office/drawing/2014/main" id="{47BAD816-002E-1B8B-97CE-8A553B675A46}"/>
              </a:ext>
            </a:extLst>
          </p:cNvPr>
          <p:cNvSpPr/>
          <p:nvPr/>
        </p:nvSpPr>
        <p:spPr>
          <a:xfrm>
            <a:off x="548640" y="1627632"/>
            <a:ext cx="6537960" cy="1371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172A3A"/>
                </a:solidFill>
                <a:effectLst/>
                <a:latin typeface="Arial" panose="020B0604020202020204" pitchFamily="34" charset="0"/>
              </a:rPr>
              <a:t>Make AI spend</a:t>
            </a:r>
          </a:p>
          <a:p>
            <a:pPr algn="l">
              <a:buNone/>
            </a:pPr>
            <a:r>
              <a:rPr lang="en-US" sz="3800" b="1">
                <a:solidFill>
                  <a:srgbClr val="172A3A"/>
                </a:solidFill>
                <a:effectLst/>
                <a:latin typeface="Arial" panose="020B0604020202020204" pitchFamily="34" charset="0"/>
              </a:rPr>
              <a:t>an executive decision</a:t>
            </a:r>
            <a:endParaRPr lang="en-US"/>
          </a:p>
        </p:txBody>
      </p:sp>
      <p:sp>
        <p:nvSpPr>
          <p:cNvPr id="71" name="Rectangle 70">
            <a:extLst>
              <a:ext uri="{FF2B5EF4-FFF2-40B4-BE49-F238E27FC236}">
                <a16:creationId xmlns:a16="http://schemas.microsoft.com/office/drawing/2014/main" id="{FC1C6F13-DD0D-AFD8-69CE-F615739CE889}"/>
              </a:ext>
            </a:extLst>
          </p:cNvPr>
          <p:cNvSpPr/>
          <p:nvPr/>
        </p:nvSpPr>
        <p:spPr>
          <a:xfrm>
            <a:off x="548640" y="3182112"/>
            <a:ext cx="635508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425666"/>
                </a:solidFill>
                <a:effectLst/>
                <a:latin typeface="Arial" panose="020B0604020202020204" pitchFamily="34" charset="0"/>
              </a:rPr>
              <a:t>Fabric + Foundry tokenomics</a:t>
            </a:r>
          </a:p>
          <a:p>
            <a:pPr algn="l">
              <a:buNone/>
            </a:pPr>
            <a:r>
              <a:rPr lang="en-US" sz="2200">
                <a:solidFill>
                  <a:srgbClr val="425666"/>
                </a:solidFill>
                <a:effectLst/>
                <a:latin typeface="Arial" panose="020B0604020202020204" pitchFamily="34" charset="0"/>
              </a:rPr>
              <a:t>For a global semiconductor enterprise</a:t>
            </a:r>
            <a:endParaRPr lang="en-US"/>
          </a:p>
        </p:txBody>
      </p:sp>
      <p:sp>
        <p:nvSpPr>
          <p:cNvPr id="83" name="Rectangle 82">
            <a:extLst>
              <a:ext uri="{FF2B5EF4-FFF2-40B4-BE49-F238E27FC236}">
                <a16:creationId xmlns:a16="http://schemas.microsoft.com/office/drawing/2014/main" id="{C8F3140F-2DC2-3C4C-8440-FF84432C29AC}"/>
              </a:ext>
            </a:extLst>
          </p:cNvPr>
          <p:cNvSpPr/>
          <p:nvPr/>
        </p:nvSpPr>
        <p:spPr>
          <a:xfrm>
            <a:off x="548640" y="4681728"/>
            <a:ext cx="6263640" cy="73152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2A3A"/>
                </a:solidFill>
                <a:effectLst/>
                <a:latin typeface="Arial" panose="020B0604020202020204" pitchFamily="34" charset="0"/>
              </a:rPr>
              <a:t>Visibility → governed action → billed savings</a:t>
            </a:r>
          </a:p>
          <a:p>
            <a:pPr algn="l">
              <a:buNone/>
            </a:pPr>
            <a:r>
              <a:rPr lang="en-US" sz="100">
                <a:effectLst/>
              </a:rPr>
              <a:t> </a:t>
            </a:r>
            <a:endParaRPr lang="en-US"/>
          </a:p>
        </p:txBody>
      </p:sp>
      <p:sp>
        <p:nvSpPr>
          <p:cNvPr id="4148" name="Rectangle 4147">
            <a:extLst>
              <a:ext uri="{FF2B5EF4-FFF2-40B4-BE49-F238E27FC236}">
                <a16:creationId xmlns:a16="http://schemas.microsoft.com/office/drawing/2014/main" id="{9B66E2E7-34BB-AC5D-3583-80B0196E38F3}"/>
              </a:ext>
            </a:extLst>
          </p:cNvPr>
          <p:cNvSpPr/>
          <p:nvPr/>
        </p:nvSpPr>
        <p:spPr>
          <a:xfrm>
            <a:off x="548640" y="950976"/>
            <a:ext cx="62636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AI TOKENOMICS  /  EXECUTIVE BRIEF</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688C39CE-9CBA-1800-EC6F-EACD8BFA2E82}"/>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C0C6DC40-DA4B-ABC0-A7A8-0DBDA97C9542}"/>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524D8818-BD8A-13D1-FFFD-0F7814C6A8BF}"/>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E9844844-7292-D360-519D-8345EACC1859}"/>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44977BCA-6CC8-6CE7-2785-68619F397E09}"/>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104" name="Rectangle 103">
            <a:extLst>
              <a:ext uri="{FF2B5EF4-FFF2-40B4-BE49-F238E27FC236}">
                <a16:creationId xmlns:a16="http://schemas.microsoft.com/office/drawing/2014/main" id="{334AAC55-8088-BC69-7C45-1C1ABFCAF8C7}"/>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111" name="Rectangle 110">
            <a:extLst>
              <a:ext uri="{FF2B5EF4-FFF2-40B4-BE49-F238E27FC236}">
                <a16:creationId xmlns:a16="http://schemas.microsoft.com/office/drawing/2014/main" id="{6DF81182-2D7B-9CB5-E712-083E686524D1}"/>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Turn visibility into measurable savings</a:t>
            </a:r>
          </a:p>
          <a:p>
            <a:pPr algn="l">
              <a:buNone/>
            </a:pPr>
            <a:r>
              <a:rPr lang="en-US" sz="100">
                <a:effectLst/>
              </a:rPr>
              <a:t> </a:t>
            </a:r>
            <a:endParaRPr lang="en-US"/>
          </a:p>
        </p:txBody>
      </p:sp>
      <p:sp>
        <p:nvSpPr>
          <p:cNvPr id="119" name="Rectangle 118">
            <a:extLst>
              <a:ext uri="{FF2B5EF4-FFF2-40B4-BE49-F238E27FC236}">
                <a16:creationId xmlns:a16="http://schemas.microsoft.com/office/drawing/2014/main" id="{678F21AF-AF6D-F129-9C26-327B55EB8C78}"/>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illustrative model; exact assumptions and figures on slide 14.</a:t>
            </a:r>
          </a:p>
          <a:p>
            <a:pPr algn="l">
              <a:buNone/>
            </a:pPr>
            <a:r>
              <a:rPr lang="en-US" sz="100">
                <a:effectLst/>
              </a:rPr>
              <a:t> </a:t>
            </a:r>
            <a:endParaRPr lang="en-US"/>
          </a:p>
        </p:txBody>
      </p:sp>
      <p:sp>
        <p:nvSpPr>
          <p:cNvPr id="128" name="Rectangle 127">
            <a:extLst>
              <a:ext uri="{FF2B5EF4-FFF2-40B4-BE49-F238E27FC236}">
                <a16:creationId xmlns:a16="http://schemas.microsoft.com/office/drawing/2014/main" id="{36385791-CC83-C94D-7425-7CE5A7A70F3F}"/>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138" name="Rectangle 137">
            <a:extLst>
              <a:ext uri="{FF2B5EF4-FFF2-40B4-BE49-F238E27FC236}">
                <a16:creationId xmlns:a16="http://schemas.microsoft.com/office/drawing/2014/main" id="{DECBB3B3-1C9E-98C8-D5C0-44B4BD2A0DE0}"/>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02</a:t>
            </a:r>
          </a:p>
          <a:p>
            <a:pPr algn="r">
              <a:buNone/>
            </a:pPr>
            <a:r>
              <a:rPr lang="en-US" sz="100">
                <a:effectLst/>
              </a:rPr>
              <a:t> </a:t>
            </a:r>
            <a:endParaRPr lang="en-US"/>
          </a:p>
        </p:txBody>
      </p:sp>
      <p:sp>
        <p:nvSpPr>
          <p:cNvPr id="149" name="Rectangle 148">
            <a:extLst>
              <a:ext uri="{FF2B5EF4-FFF2-40B4-BE49-F238E27FC236}">
                <a16:creationId xmlns:a16="http://schemas.microsoft.com/office/drawing/2014/main" id="{B334D598-2AC2-5238-9C29-E36783966AB5}"/>
              </a:ext>
            </a:extLst>
          </p:cNvPr>
          <p:cNvSpPr/>
          <p:nvPr/>
        </p:nvSpPr>
        <p:spPr>
          <a:xfrm>
            <a:off x="548640" y="1828800"/>
            <a:ext cx="3502152" cy="207568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FA4681F8-AD3B-F3DD-C90E-DA786C713DF2}"/>
              </a:ext>
            </a:extLst>
          </p:cNvPr>
          <p:cNvSpPr/>
          <p:nvPr/>
        </p:nvSpPr>
        <p:spPr>
          <a:xfrm>
            <a:off x="713232" y="2011680"/>
            <a:ext cx="3172968"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0078D4"/>
                </a:solidFill>
                <a:effectLst/>
                <a:latin typeface="Arial" panose="020B0604020202020204" pitchFamily="34" charset="0"/>
              </a:rPr>
              <a:t>$1.05m</a:t>
            </a:r>
          </a:p>
          <a:p>
            <a:pPr algn="l">
              <a:buNone/>
            </a:pPr>
            <a:r>
              <a:rPr lang="en-US" sz="100">
                <a:effectLst/>
              </a:rPr>
              <a:t> </a:t>
            </a:r>
            <a:endParaRPr lang="en-US"/>
          </a:p>
        </p:txBody>
      </p:sp>
      <p:sp>
        <p:nvSpPr>
          <p:cNvPr id="174" name="Rectangle 173">
            <a:extLst>
              <a:ext uri="{FF2B5EF4-FFF2-40B4-BE49-F238E27FC236}">
                <a16:creationId xmlns:a16="http://schemas.microsoft.com/office/drawing/2014/main" id="{20246DDF-C14E-8B02-1620-468C18E06DD1}"/>
              </a:ext>
            </a:extLst>
          </p:cNvPr>
          <p:cNvSpPr/>
          <p:nvPr/>
        </p:nvSpPr>
        <p:spPr>
          <a:xfrm>
            <a:off x="713232" y="2779776"/>
            <a:ext cx="3172968"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2A3A"/>
                </a:solidFill>
                <a:effectLst/>
                <a:latin typeface="Arial" panose="020B0604020202020204" pitchFamily="34" charset="0"/>
              </a:rPr>
              <a:t>Net savings / month</a:t>
            </a:r>
          </a:p>
          <a:p>
            <a:pPr algn="l">
              <a:buNone/>
            </a:pPr>
            <a:r>
              <a:rPr lang="en-US" sz="100">
                <a:effectLst/>
              </a:rPr>
              <a:t> </a:t>
            </a:r>
            <a:endParaRPr lang="en-US"/>
          </a:p>
        </p:txBody>
      </p:sp>
      <p:sp>
        <p:nvSpPr>
          <p:cNvPr id="188" name="Rectangle 187">
            <a:extLst>
              <a:ext uri="{FF2B5EF4-FFF2-40B4-BE49-F238E27FC236}">
                <a16:creationId xmlns:a16="http://schemas.microsoft.com/office/drawing/2014/main" id="{ACF46370-594C-221D-F6AA-303D1257A20B}"/>
              </a:ext>
            </a:extLst>
          </p:cNvPr>
          <p:cNvSpPr/>
          <p:nvPr/>
        </p:nvSpPr>
        <p:spPr>
          <a:xfrm>
            <a:off x="713232" y="3291840"/>
            <a:ext cx="3172968"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$1,054,400 at steady state</a:t>
            </a:r>
          </a:p>
          <a:p>
            <a:pPr algn="l">
              <a:buNone/>
            </a:pPr>
            <a:r>
              <a:rPr lang="en-US" sz="100">
                <a:effectLst/>
              </a:rPr>
              <a:t> </a:t>
            </a:r>
            <a:endParaRPr lang="en-US"/>
          </a:p>
        </p:txBody>
      </p:sp>
      <p:sp>
        <p:nvSpPr>
          <p:cNvPr id="203" name="Rectangle 202">
            <a:extLst>
              <a:ext uri="{FF2B5EF4-FFF2-40B4-BE49-F238E27FC236}">
                <a16:creationId xmlns:a16="http://schemas.microsoft.com/office/drawing/2014/main" id="{81584900-F126-D18D-E981-0E538F83E580}"/>
              </a:ext>
            </a:extLst>
          </p:cNvPr>
          <p:cNvSpPr/>
          <p:nvPr/>
        </p:nvSpPr>
        <p:spPr>
          <a:xfrm>
            <a:off x="4343400" y="1828800"/>
            <a:ext cx="3502152" cy="207568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10D8D2EC-391B-32FF-51B4-68616548BDF4}"/>
              </a:ext>
            </a:extLst>
          </p:cNvPr>
          <p:cNvSpPr/>
          <p:nvPr/>
        </p:nvSpPr>
        <p:spPr>
          <a:xfrm>
            <a:off x="4507992" y="2011680"/>
            <a:ext cx="3172968"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0078D4"/>
                </a:solidFill>
                <a:effectLst/>
                <a:latin typeface="Arial" panose="020B0604020202020204" pitchFamily="34" charset="0"/>
              </a:rPr>
              <a:t>$12.65m</a:t>
            </a:r>
          </a:p>
          <a:p>
            <a:pPr algn="l">
              <a:buNone/>
            </a:pPr>
            <a:r>
              <a:rPr lang="en-US" sz="100">
                <a:effectLst/>
              </a:rPr>
              <a:t> </a:t>
            </a:r>
            <a:endParaRPr lang="en-US"/>
          </a:p>
        </p:txBody>
      </p:sp>
      <p:sp>
        <p:nvSpPr>
          <p:cNvPr id="236" name="Rectangle 235">
            <a:extLst>
              <a:ext uri="{FF2B5EF4-FFF2-40B4-BE49-F238E27FC236}">
                <a16:creationId xmlns:a16="http://schemas.microsoft.com/office/drawing/2014/main" id="{860508AC-781F-3DA6-EB4D-F26E73E05B02}"/>
              </a:ext>
            </a:extLst>
          </p:cNvPr>
          <p:cNvSpPr/>
          <p:nvPr/>
        </p:nvSpPr>
        <p:spPr>
          <a:xfrm>
            <a:off x="4507992" y="2779776"/>
            <a:ext cx="3172968"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2A3A"/>
                </a:solidFill>
                <a:effectLst/>
                <a:latin typeface="Arial" panose="020B0604020202020204" pitchFamily="34" charset="0"/>
              </a:rPr>
              <a:t>Annual net run-rate</a:t>
            </a:r>
          </a:p>
          <a:p>
            <a:pPr algn="l">
              <a:buNone/>
            </a:pPr>
            <a:r>
              <a:rPr lang="en-US" sz="100">
                <a:effectLst/>
              </a:rPr>
              <a:t> </a:t>
            </a:r>
            <a:endParaRPr lang="en-US"/>
          </a:p>
        </p:txBody>
      </p:sp>
      <p:sp>
        <p:nvSpPr>
          <p:cNvPr id="254" name="Rectangle 253">
            <a:extLst>
              <a:ext uri="{FF2B5EF4-FFF2-40B4-BE49-F238E27FC236}">
                <a16:creationId xmlns:a16="http://schemas.microsoft.com/office/drawing/2014/main" id="{6B9FA8B2-3A9D-AAB1-1150-59CD65802C12}"/>
              </a:ext>
            </a:extLst>
          </p:cNvPr>
          <p:cNvSpPr/>
          <p:nvPr/>
        </p:nvSpPr>
        <p:spPr>
          <a:xfrm>
            <a:off x="4507992" y="3291840"/>
            <a:ext cx="3172968"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$12,652,800 at steady state</a:t>
            </a:r>
          </a:p>
          <a:p>
            <a:pPr algn="l">
              <a:buNone/>
            </a:pPr>
            <a:r>
              <a:rPr lang="en-US" sz="100">
                <a:effectLst/>
              </a:rPr>
              <a:t> </a:t>
            </a:r>
            <a:endParaRPr lang="en-US"/>
          </a:p>
        </p:txBody>
      </p:sp>
      <p:sp>
        <p:nvSpPr>
          <p:cNvPr id="273" name="Rectangle 272">
            <a:extLst>
              <a:ext uri="{FF2B5EF4-FFF2-40B4-BE49-F238E27FC236}">
                <a16:creationId xmlns:a16="http://schemas.microsoft.com/office/drawing/2014/main" id="{25450919-C8AD-3829-1666-BE5EF7AA24F8}"/>
              </a:ext>
            </a:extLst>
          </p:cNvPr>
          <p:cNvSpPr/>
          <p:nvPr/>
        </p:nvSpPr>
        <p:spPr>
          <a:xfrm>
            <a:off x="8138160" y="1828800"/>
            <a:ext cx="3502152" cy="207568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C97D2473-88B4-3944-AB90-0B76F380483D}"/>
              </a:ext>
            </a:extLst>
          </p:cNvPr>
          <p:cNvSpPr/>
          <p:nvPr/>
        </p:nvSpPr>
        <p:spPr>
          <a:xfrm>
            <a:off x="8302752" y="2011680"/>
            <a:ext cx="3172968"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0078D4"/>
                </a:solidFill>
                <a:effectLst/>
                <a:latin typeface="Arial" panose="020B0604020202020204" pitchFamily="34" charset="0"/>
              </a:rPr>
              <a:t>$10.32m</a:t>
            </a:r>
          </a:p>
          <a:p>
            <a:pPr algn="l">
              <a:buNone/>
            </a:pPr>
            <a:r>
              <a:rPr lang="en-US" sz="100">
                <a:effectLst/>
              </a:rPr>
              <a:t> </a:t>
            </a:r>
            <a:endParaRPr lang="en-US"/>
          </a:p>
        </p:txBody>
      </p:sp>
      <p:sp>
        <p:nvSpPr>
          <p:cNvPr id="314" name="Rectangle 313">
            <a:extLst>
              <a:ext uri="{FF2B5EF4-FFF2-40B4-BE49-F238E27FC236}">
                <a16:creationId xmlns:a16="http://schemas.microsoft.com/office/drawing/2014/main" id="{1B310777-AC12-2202-5D8D-BD0EDD672FD8}"/>
              </a:ext>
            </a:extLst>
          </p:cNvPr>
          <p:cNvSpPr/>
          <p:nvPr/>
        </p:nvSpPr>
        <p:spPr>
          <a:xfrm>
            <a:off x="8302752" y="2779776"/>
            <a:ext cx="3172968"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2A3A"/>
                </a:solidFill>
                <a:effectLst/>
                <a:latin typeface="Arial" panose="020B0604020202020204" pitchFamily="34" charset="0"/>
              </a:rPr>
              <a:t>Year-one net benefit</a:t>
            </a:r>
          </a:p>
          <a:p>
            <a:pPr algn="l">
              <a:buNone/>
            </a:pPr>
            <a:r>
              <a:rPr lang="en-US" sz="100">
                <a:effectLst/>
              </a:rPr>
              <a:t> </a:t>
            </a:r>
            <a:endParaRPr lang="en-US"/>
          </a:p>
        </p:txBody>
      </p:sp>
      <p:sp>
        <p:nvSpPr>
          <p:cNvPr id="336" name="Rectangle 335">
            <a:extLst>
              <a:ext uri="{FF2B5EF4-FFF2-40B4-BE49-F238E27FC236}">
                <a16:creationId xmlns:a16="http://schemas.microsoft.com/office/drawing/2014/main" id="{FE23912D-00F2-AB96-4CD0-D07E5CABAAC0}"/>
              </a:ext>
            </a:extLst>
          </p:cNvPr>
          <p:cNvSpPr/>
          <p:nvPr/>
        </p:nvSpPr>
        <p:spPr>
          <a:xfrm>
            <a:off x="8302752" y="3291840"/>
            <a:ext cx="3172968"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$10,321,200 after ramp + setup</a:t>
            </a:r>
          </a:p>
          <a:p>
            <a:pPr algn="l">
              <a:buNone/>
            </a:pPr>
            <a:r>
              <a:rPr lang="en-US" sz="100">
                <a:effectLst/>
              </a:rPr>
              <a:t> </a:t>
            </a:r>
            <a:endParaRPr lang="en-US"/>
          </a:p>
        </p:txBody>
      </p:sp>
      <p:sp>
        <p:nvSpPr>
          <p:cNvPr id="359" name="Rectangle 358">
            <a:extLst>
              <a:ext uri="{FF2B5EF4-FFF2-40B4-BE49-F238E27FC236}">
                <a16:creationId xmlns:a16="http://schemas.microsoft.com/office/drawing/2014/main" id="{2A40E624-6618-BF56-2985-60530A08F560}"/>
              </a:ext>
            </a:extLst>
          </p:cNvPr>
          <p:cNvSpPr/>
          <p:nvPr/>
        </p:nvSpPr>
        <p:spPr>
          <a:xfrm>
            <a:off x="548640" y="4169664"/>
            <a:ext cx="11064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72A3A"/>
                </a:solidFill>
                <a:effectLst/>
                <a:latin typeface="Arial" panose="020B0604020202020204" pitchFamily="34" charset="0"/>
              </a:rPr>
              <a:t>Planning case: $5m/month in-scope AI consumption</a:t>
            </a:r>
          </a:p>
          <a:p>
            <a:pPr algn="l">
              <a:buNone/>
            </a:pPr>
            <a:r>
              <a:rPr lang="en-US" sz="100">
                <a:effectLst/>
              </a:rPr>
              <a:t> </a:t>
            </a:r>
            <a:endParaRPr lang="en-US"/>
          </a:p>
        </p:txBody>
      </p:sp>
      <p:sp>
        <p:nvSpPr>
          <p:cNvPr id="383" name="Rectangle 382">
            <a:extLst>
              <a:ext uri="{FF2B5EF4-FFF2-40B4-BE49-F238E27FC236}">
                <a16:creationId xmlns:a16="http://schemas.microsoft.com/office/drawing/2014/main" id="{7A752E16-7EC7-F65C-AA8D-6819274C7453}"/>
              </a:ext>
            </a:extLst>
          </p:cNvPr>
          <p:cNvSpPr/>
          <p:nvPr/>
        </p:nvSpPr>
        <p:spPr>
          <a:xfrm>
            <a:off x="548640" y="4681728"/>
            <a:ext cx="11064240" cy="5760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425666"/>
                </a:solidFill>
                <a:effectLst/>
                <a:latin typeface="Arial" panose="020B0604020202020204" pitchFamily="34" charset="0"/>
              </a:rPr>
              <a:t>Approve only quality-safe optimizations. Finance validates realized savings against invoices.</a:t>
            </a:r>
          </a:p>
          <a:p>
            <a:pPr algn="l">
              <a:buNone/>
            </a:pPr>
            <a:r>
              <a:rPr lang="en-US" sz="100">
                <a:effectLst/>
              </a:rPr>
              <a:t> </a:t>
            </a:r>
            <a:endParaRPr lang="en-US"/>
          </a:p>
        </p:txBody>
      </p:sp>
      <p:sp>
        <p:nvSpPr>
          <p:cNvPr id="4121" name="Rectangle 4120">
            <a:extLst>
              <a:ext uri="{FF2B5EF4-FFF2-40B4-BE49-F238E27FC236}">
                <a16:creationId xmlns:a16="http://schemas.microsoft.com/office/drawing/2014/main" id="{445BBA67-1A7B-6506-64AE-221E19BFA656}"/>
              </a:ext>
            </a:extLst>
          </p:cNvPr>
          <p:cNvSpPr/>
          <p:nvPr/>
        </p:nvSpPr>
        <p:spPr>
          <a:xfrm>
            <a:off x="548640" y="5486400"/>
            <a:ext cx="11091672" cy="41148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2A3A"/>
                </a:solidFill>
                <a:effectLst/>
                <a:latin typeface="Arial" panose="020B0604020202020204" pitchFamily="34" charset="0"/>
              </a:rPr>
              <a:t>Illustrative planning assumptions — not Micron spend, Microsoft pricing quotes, or guaranteed savings</a:t>
            </a:r>
          </a:p>
          <a:p>
            <a:pPr algn="l">
              <a:buNone/>
            </a:pPr>
            <a:r>
              <a:rPr lang="en-US" sz="100">
                <a:effectLst/>
              </a:rPr>
              <a:t> </a:t>
            </a:r>
            <a:endParaRPr lang="en-US"/>
          </a:p>
        </p:txBody>
      </p:sp>
    </p:spTree>
    <p:extLst>
      <p:ext uri="{BB962C8B-B14F-4D97-AF65-F5344CB8AC3E}">
        <p14:creationId xmlns:p14="http://schemas.microsoft.com/office/powerpoint/2010/main" val="3577742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pic>
        <p:nvPicPr>
          <p:cNvPr id="409" name="Picture 408" descr="Illustrative generated semiconductor wafer image.">
            <a:extLst>
              <a:ext uri="{FF2B5EF4-FFF2-40B4-BE49-F238E27FC236}">
                <a16:creationId xmlns:a16="http://schemas.microsoft.com/office/drawing/2014/main" id="{87859346-4BB6-009B-9091-F44A665A9B33}"/>
              </a:ext>
            </a:extLst>
          </p:cNvPr>
          <p:cNvPicPr>
            <a:picLocks noChangeAspect="1"/>
          </p:cNvPicPr>
          <p:nvPr/>
        </p:nvPicPr>
        <p:blipFill>
          <a:blip r:embed="rId3"/>
          <a:stretch>
            <a:fillRect/>
          </a:stretch>
        </p:blipFill>
        <p:spPr>
          <a:xfrm>
            <a:off x="8275320" y="1783651"/>
            <a:ext cx="3364992" cy="4022217"/>
          </a:xfrm>
          <a:prstGeom prst="rect">
            <a:avLst/>
          </a:prstGeom>
        </p:spPr>
      </p:pic>
      <p:sp>
        <p:nvSpPr>
          <p:cNvPr id="410" name="Rectangle 409">
            <a:extLst>
              <a:ext uri="{FF2B5EF4-FFF2-40B4-BE49-F238E27FC236}">
                <a16:creationId xmlns:a16="http://schemas.microsoft.com/office/drawing/2014/main" id="{082963CF-59F0-254C-353B-F2615A95A06E}"/>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8C09AC9B-A762-FFA4-C163-2A1FA2936BD7}"/>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52837153-4798-825A-F716-BC7E3345334D}"/>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6A2A80FA-D5F8-B3DB-C3AF-23ADCF6DA6F0}"/>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A78B1513-065A-0B88-D946-1763FBED71A2}"/>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430" name="Rectangle 429">
            <a:extLst>
              <a:ext uri="{FF2B5EF4-FFF2-40B4-BE49-F238E27FC236}">
                <a16:creationId xmlns:a16="http://schemas.microsoft.com/office/drawing/2014/main" id="{1F7A174B-B16E-94AF-E7EA-D4147888BCBC}"/>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437" name="Rectangle 436">
            <a:extLst>
              <a:ext uri="{FF2B5EF4-FFF2-40B4-BE49-F238E27FC236}">
                <a16:creationId xmlns:a16="http://schemas.microsoft.com/office/drawing/2014/main" id="{435833C8-2AC9-6D92-2A39-2CC15069F63F}"/>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Match AI economics to business outcomes</a:t>
            </a:r>
          </a:p>
          <a:p>
            <a:pPr algn="l">
              <a:buNone/>
            </a:pPr>
            <a:r>
              <a:rPr lang="en-US" sz="100">
                <a:effectLst/>
              </a:rPr>
              <a:t> </a:t>
            </a:r>
            <a:endParaRPr lang="en-US"/>
          </a:p>
        </p:txBody>
      </p:sp>
      <p:sp>
        <p:nvSpPr>
          <p:cNvPr id="445" name="Rectangle 444">
            <a:extLst>
              <a:ext uri="{FF2B5EF4-FFF2-40B4-BE49-F238E27FC236}">
                <a16:creationId xmlns:a16="http://schemas.microsoft.com/office/drawing/2014/main" id="{544AE6E9-B174-98C3-B2B0-C1575578E15F}"/>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proposed semiconductor use cases; not claims about Micron deployments.</a:t>
            </a:r>
          </a:p>
          <a:p>
            <a:pPr algn="l">
              <a:buNone/>
            </a:pPr>
            <a:r>
              <a:rPr lang="en-US" sz="100">
                <a:effectLst/>
              </a:rPr>
              <a:t> </a:t>
            </a:r>
            <a:endParaRPr lang="en-US"/>
          </a:p>
        </p:txBody>
      </p:sp>
      <p:sp>
        <p:nvSpPr>
          <p:cNvPr id="454" name="Rectangle 453">
            <a:extLst>
              <a:ext uri="{FF2B5EF4-FFF2-40B4-BE49-F238E27FC236}">
                <a16:creationId xmlns:a16="http://schemas.microsoft.com/office/drawing/2014/main" id="{A6AD8A4B-B198-A68A-9B77-98435108A476}"/>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464" name="Rectangle 463">
            <a:extLst>
              <a:ext uri="{FF2B5EF4-FFF2-40B4-BE49-F238E27FC236}">
                <a16:creationId xmlns:a16="http://schemas.microsoft.com/office/drawing/2014/main" id="{1FA9E9BA-26F6-7D31-033B-41222BD2E001}"/>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03</a:t>
            </a:r>
          </a:p>
          <a:p>
            <a:pPr algn="r">
              <a:buNone/>
            </a:pPr>
            <a:r>
              <a:rPr lang="en-US" sz="100">
                <a:effectLst/>
              </a:rPr>
              <a:t> </a:t>
            </a:r>
            <a:endParaRPr lang="en-US"/>
          </a:p>
        </p:txBody>
      </p:sp>
      <p:sp>
        <p:nvSpPr>
          <p:cNvPr id="475" name="Rectangle 474">
            <a:extLst>
              <a:ext uri="{FF2B5EF4-FFF2-40B4-BE49-F238E27FC236}">
                <a16:creationId xmlns:a16="http://schemas.microsoft.com/office/drawing/2014/main" id="{C93A7F88-74FF-58E9-8A6B-EE9C181CE338}"/>
              </a:ext>
            </a:extLst>
          </p:cNvPr>
          <p:cNvSpPr/>
          <p:nvPr/>
        </p:nvSpPr>
        <p:spPr>
          <a:xfrm>
            <a:off x="548640" y="1874520"/>
            <a:ext cx="740664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300" b="1">
                <a:solidFill>
                  <a:srgbClr val="172A3A"/>
                </a:solidFill>
                <a:effectLst/>
                <a:latin typeface="Arial" panose="020B0604020202020204" pitchFamily="34" charset="0"/>
              </a:rPr>
              <a:t>Engineering copilots</a:t>
            </a:r>
          </a:p>
          <a:p>
            <a:pPr algn="l">
              <a:buNone/>
            </a:pPr>
            <a:r>
              <a:rPr lang="en-US" sz="100">
                <a:effectLst/>
              </a:rPr>
              <a:t> </a:t>
            </a:r>
            <a:endParaRPr lang="en-US"/>
          </a:p>
        </p:txBody>
      </p:sp>
      <p:sp>
        <p:nvSpPr>
          <p:cNvPr id="487" name="Rectangle 486">
            <a:extLst>
              <a:ext uri="{FF2B5EF4-FFF2-40B4-BE49-F238E27FC236}">
                <a16:creationId xmlns:a16="http://schemas.microsoft.com/office/drawing/2014/main" id="{D58AFF83-FEDE-0E09-FD40-156E6198F8EB}"/>
              </a:ext>
            </a:extLst>
          </p:cNvPr>
          <p:cNvSpPr/>
          <p:nvPr/>
        </p:nvSpPr>
        <p:spPr>
          <a:xfrm>
            <a:off x="548640" y="2313432"/>
            <a:ext cx="7269480" cy="6126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425666"/>
                </a:solidFill>
                <a:effectLst/>
                <a:latin typeface="Arial" panose="020B0604020202020204" pitchFamily="34" charset="0"/>
              </a:rPr>
              <a:t>Right-size routine requests; preserve code quality and latency.</a:t>
            </a:r>
          </a:p>
          <a:p>
            <a:pPr algn="l">
              <a:buNone/>
            </a:pPr>
            <a:r>
              <a:rPr lang="en-US" sz="100">
                <a:effectLst/>
              </a:rPr>
              <a:t> </a:t>
            </a:r>
            <a:endParaRPr lang="en-US"/>
          </a:p>
        </p:txBody>
      </p:sp>
      <p:sp>
        <p:nvSpPr>
          <p:cNvPr id="500" name="Rectangle 499">
            <a:extLst>
              <a:ext uri="{FF2B5EF4-FFF2-40B4-BE49-F238E27FC236}">
                <a16:creationId xmlns:a16="http://schemas.microsoft.com/office/drawing/2014/main" id="{D9E2F6FE-5132-F56E-BDC1-3280BF31CBCE}"/>
              </a:ext>
            </a:extLst>
          </p:cNvPr>
          <p:cNvSpPr/>
          <p:nvPr/>
        </p:nvSpPr>
        <p:spPr>
          <a:xfrm>
            <a:off x="548640" y="3182112"/>
            <a:ext cx="740664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300" b="1">
                <a:solidFill>
                  <a:srgbClr val="172A3A"/>
                </a:solidFill>
                <a:effectLst/>
                <a:latin typeface="Arial" panose="020B0604020202020204" pitchFamily="34" charset="0"/>
              </a:rPr>
              <a:t>Manufacturing troubleshooting</a:t>
            </a:r>
          </a:p>
          <a:p>
            <a:pPr algn="l">
              <a:buNone/>
            </a:pPr>
            <a:r>
              <a:rPr lang="en-US" sz="100">
                <a:effectLst/>
              </a:rPr>
              <a:t> </a:t>
            </a:r>
            <a:endParaRPr lang="en-US"/>
          </a:p>
        </p:txBody>
      </p:sp>
      <p:sp>
        <p:nvSpPr>
          <p:cNvPr id="514" name="Rectangle 513">
            <a:extLst>
              <a:ext uri="{FF2B5EF4-FFF2-40B4-BE49-F238E27FC236}">
                <a16:creationId xmlns:a16="http://schemas.microsoft.com/office/drawing/2014/main" id="{0E705963-E68D-BE69-266C-F2C70E7ED69B}"/>
              </a:ext>
            </a:extLst>
          </p:cNvPr>
          <p:cNvSpPr/>
          <p:nvPr/>
        </p:nvSpPr>
        <p:spPr>
          <a:xfrm>
            <a:off x="548640" y="3621024"/>
            <a:ext cx="7269480" cy="6126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425666"/>
                </a:solidFill>
                <a:effectLst/>
                <a:latin typeface="Arial" panose="020B0604020202020204" pitchFamily="34" charset="0"/>
              </a:rPr>
              <a:t>Spot retry loops and anomalous spend; protect critical response quality.</a:t>
            </a:r>
          </a:p>
          <a:p>
            <a:pPr algn="l">
              <a:buNone/>
            </a:pPr>
            <a:r>
              <a:rPr lang="en-US" sz="100">
                <a:effectLst/>
              </a:rPr>
              <a:t> </a:t>
            </a:r>
            <a:endParaRPr lang="en-US"/>
          </a:p>
        </p:txBody>
      </p:sp>
      <p:sp>
        <p:nvSpPr>
          <p:cNvPr id="529" name="Rectangle 528">
            <a:extLst>
              <a:ext uri="{FF2B5EF4-FFF2-40B4-BE49-F238E27FC236}">
                <a16:creationId xmlns:a16="http://schemas.microsoft.com/office/drawing/2014/main" id="{A6F0C7DB-2BE5-F46E-F48E-BF852C1E5531}"/>
              </a:ext>
            </a:extLst>
          </p:cNvPr>
          <p:cNvSpPr/>
          <p:nvPr/>
        </p:nvSpPr>
        <p:spPr>
          <a:xfrm>
            <a:off x="548640" y="4489704"/>
            <a:ext cx="740664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300" b="1">
                <a:solidFill>
                  <a:srgbClr val="172A3A"/>
                </a:solidFill>
                <a:effectLst/>
                <a:latin typeface="Arial" panose="020B0604020202020204" pitchFamily="34" charset="0"/>
              </a:rPr>
              <a:t>Supply-chain analytics</a:t>
            </a:r>
          </a:p>
          <a:p>
            <a:pPr algn="l">
              <a:buNone/>
            </a:pPr>
            <a:r>
              <a:rPr lang="en-US" sz="100">
                <a:effectLst/>
              </a:rPr>
              <a:t> </a:t>
            </a:r>
            <a:endParaRPr lang="en-US"/>
          </a:p>
        </p:txBody>
      </p:sp>
      <p:sp>
        <p:nvSpPr>
          <p:cNvPr id="545" name="Rectangle 544">
            <a:extLst>
              <a:ext uri="{FF2B5EF4-FFF2-40B4-BE49-F238E27FC236}">
                <a16:creationId xmlns:a16="http://schemas.microsoft.com/office/drawing/2014/main" id="{8A3FA742-2857-8B7B-F444-9F5782010507}"/>
              </a:ext>
            </a:extLst>
          </p:cNvPr>
          <p:cNvSpPr/>
          <p:nvPr/>
        </p:nvSpPr>
        <p:spPr>
          <a:xfrm>
            <a:off x="548640" y="4928616"/>
            <a:ext cx="7269480" cy="6126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425666"/>
                </a:solidFill>
                <a:effectLst/>
                <a:latin typeface="Arial" panose="020B0604020202020204" pitchFamily="34" charset="0"/>
              </a:rPr>
              <a:t>Forecast consumption by BU; prioritize value over token volume.</a:t>
            </a:r>
          </a:p>
          <a:p>
            <a:pPr algn="l">
              <a:buNone/>
            </a:pPr>
            <a:r>
              <a:rPr lang="en-US" sz="100">
                <a:effectLst/>
              </a:rPr>
              <a:t> </a:t>
            </a:r>
            <a:endParaRPr lang="en-US"/>
          </a:p>
        </p:txBody>
      </p:sp>
    </p:spTree>
    <p:extLst>
      <p:ext uri="{BB962C8B-B14F-4D97-AF65-F5344CB8AC3E}">
        <p14:creationId xmlns:p14="http://schemas.microsoft.com/office/powerpoint/2010/main" val="1022795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546" name="Rectangle 545">
            <a:extLst>
              <a:ext uri="{FF2B5EF4-FFF2-40B4-BE49-F238E27FC236}">
                <a16:creationId xmlns:a16="http://schemas.microsoft.com/office/drawing/2014/main" id="{40C8FC35-58F1-E232-791A-D43C05899CEF}"/>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B8418ED3-6FFA-4A5F-3B7C-F63DBA53B4C5}"/>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1E440863-DB66-F165-6F07-0C7BF2ABAEBB}"/>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3316D60F-E3C6-5E21-94CF-22171439CD90}"/>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EDF31C26-9915-451C-25C4-BDADC1E53C4E}"/>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566" name="Rectangle 565">
            <a:extLst>
              <a:ext uri="{FF2B5EF4-FFF2-40B4-BE49-F238E27FC236}">
                <a16:creationId xmlns:a16="http://schemas.microsoft.com/office/drawing/2014/main" id="{9DCE5852-54AC-14AC-CB14-4DB383467FAD}"/>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573" name="Rectangle 572">
            <a:extLst>
              <a:ext uri="{FF2B5EF4-FFF2-40B4-BE49-F238E27FC236}">
                <a16:creationId xmlns:a16="http://schemas.microsoft.com/office/drawing/2014/main" id="{6EAD853F-277B-015E-73E2-AD841138B66B}"/>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Normalize once. Compare across providers.</a:t>
            </a:r>
          </a:p>
          <a:p>
            <a:pPr algn="l">
              <a:buNone/>
            </a:pPr>
            <a:r>
              <a:rPr lang="en-US" sz="100">
                <a:effectLst/>
              </a:rPr>
              <a:t> </a:t>
            </a:r>
            <a:endParaRPr lang="en-US"/>
          </a:p>
        </p:txBody>
      </p:sp>
      <p:sp>
        <p:nvSpPr>
          <p:cNvPr id="581" name="Rectangle 580">
            <a:extLst>
              <a:ext uri="{FF2B5EF4-FFF2-40B4-BE49-F238E27FC236}">
                <a16:creationId xmlns:a16="http://schemas.microsoft.com/office/drawing/2014/main" id="{E3B5AE75-06F4-42D7-7B9E-3EBF6DC1ED56}"/>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repository overview + proposed telemetry ingestion; see notes.</a:t>
            </a:r>
          </a:p>
          <a:p>
            <a:pPr algn="l">
              <a:buNone/>
            </a:pPr>
            <a:r>
              <a:rPr lang="en-US" sz="100">
                <a:effectLst/>
              </a:rPr>
              <a:t> </a:t>
            </a:r>
            <a:endParaRPr lang="en-US"/>
          </a:p>
        </p:txBody>
      </p:sp>
      <p:sp>
        <p:nvSpPr>
          <p:cNvPr id="590" name="Rectangle 589">
            <a:extLst>
              <a:ext uri="{FF2B5EF4-FFF2-40B4-BE49-F238E27FC236}">
                <a16:creationId xmlns:a16="http://schemas.microsoft.com/office/drawing/2014/main" id="{6F758397-7D19-4371-15CB-C2B3B4E99976}"/>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600" name="Rectangle 599">
            <a:extLst>
              <a:ext uri="{FF2B5EF4-FFF2-40B4-BE49-F238E27FC236}">
                <a16:creationId xmlns:a16="http://schemas.microsoft.com/office/drawing/2014/main" id="{C7477CD7-E925-DCA1-3D15-C2305D002CC2}"/>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04</a:t>
            </a:r>
          </a:p>
          <a:p>
            <a:pPr algn="r">
              <a:buNone/>
            </a:pPr>
            <a:r>
              <a:rPr lang="en-US" sz="100">
                <a:effectLst/>
              </a:rPr>
              <a:t> </a:t>
            </a:r>
            <a:endParaRPr lang="en-US"/>
          </a:p>
        </p:txBody>
      </p:sp>
      <p:sp>
        <p:nvSpPr>
          <p:cNvPr id="665" name="Arrow: Right 664">
            <a:extLst>
              <a:ext uri="{FF2B5EF4-FFF2-40B4-BE49-F238E27FC236}">
                <a16:creationId xmlns:a16="http://schemas.microsoft.com/office/drawing/2014/main" id="{A3F58A28-837B-E4ED-E623-552D69C08502}"/>
              </a:ext>
            </a:extLst>
          </p:cNvPr>
          <p:cNvSpPr/>
          <p:nvPr/>
        </p:nvSpPr>
        <p:spPr>
          <a:xfrm>
            <a:off x="2880360" y="2377440"/>
            <a:ext cx="457200" cy="228600"/>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1" name="Arrow: Right 680">
            <a:extLst>
              <a:ext uri="{FF2B5EF4-FFF2-40B4-BE49-F238E27FC236}">
                <a16:creationId xmlns:a16="http://schemas.microsoft.com/office/drawing/2014/main" id="{2538D3AC-968F-706E-8E1E-66EDD7308051}"/>
              </a:ext>
            </a:extLst>
          </p:cNvPr>
          <p:cNvSpPr/>
          <p:nvPr/>
        </p:nvSpPr>
        <p:spPr>
          <a:xfrm>
            <a:off x="5532120" y="2377440"/>
            <a:ext cx="457200" cy="228600"/>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8" name="Arrow: Right 697">
            <a:extLst>
              <a:ext uri="{FF2B5EF4-FFF2-40B4-BE49-F238E27FC236}">
                <a16:creationId xmlns:a16="http://schemas.microsoft.com/office/drawing/2014/main" id="{0ED5C3A1-3147-83A5-CE9B-F309B26ED56B}"/>
              </a:ext>
            </a:extLst>
          </p:cNvPr>
          <p:cNvSpPr/>
          <p:nvPr/>
        </p:nvSpPr>
        <p:spPr>
          <a:xfrm>
            <a:off x="8183880" y="2377440"/>
            <a:ext cx="457200" cy="228600"/>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6" name="Arrow: Down 715">
            <a:extLst>
              <a:ext uri="{FF2B5EF4-FFF2-40B4-BE49-F238E27FC236}">
                <a16:creationId xmlns:a16="http://schemas.microsoft.com/office/drawing/2014/main" id="{DA24CE7D-2B94-C299-8796-54596EFDED2D}"/>
              </a:ext>
            </a:extLst>
          </p:cNvPr>
          <p:cNvSpPr/>
          <p:nvPr/>
        </p:nvSpPr>
        <p:spPr>
          <a:xfrm>
            <a:off x="10012680" y="3246120"/>
            <a:ext cx="292608" cy="658368"/>
          </a:xfrm>
          <a:prstGeom prst="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6" name="Arrow: Left 775">
            <a:extLst>
              <a:ext uri="{FF2B5EF4-FFF2-40B4-BE49-F238E27FC236}">
                <a16:creationId xmlns:a16="http://schemas.microsoft.com/office/drawing/2014/main" id="{B5E95267-41D4-5F2C-9F17-A7219C370EC9}"/>
              </a:ext>
            </a:extLst>
          </p:cNvPr>
          <p:cNvSpPr/>
          <p:nvPr/>
        </p:nvSpPr>
        <p:spPr>
          <a:xfrm>
            <a:off x="7543800" y="4489704"/>
            <a:ext cx="457200" cy="228600"/>
          </a:xfrm>
          <a:prstGeom prst="lef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DD07508D-3D28-C4E1-F47A-967D025A528F}"/>
              </a:ext>
            </a:extLst>
          </p:cNvPr>
          <p:cNvSpPr/>
          <p:nvPr/>
        </p:nvSpPr>
        <p:spPr>
          <a:xfrm>
            <a:off x="548640" y="3401568"/>
            <a:ext cx="772668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425666"/>
                </a:solidFill>
                <a:effectLst/>
                <a:latin typeface="Arial" panose="020B0604020202020204" pitchFamily="34" charset="0"/>
              </a:rPr>
              <a:t>Log Analytics telemetry joins the governed ingestion pipeline.</a:t>
            </a:r>
          </a:p>
          <a:p>
            <a:pPr algn="l">
              <a:buNone/>
            </a:pPr>
            <a:r>
              <a:rPr lang="en-US" sz="100">
                <a:effectLst/>
              </a:rPr>
              <a:t> </a:t>
            </a:r>
            <a:endParaRPr lang="en-US"/>
          </a:p>
        </p:txBody>
      </p:sp>
      <p:sp>
        <p:nvSpPr>
          <p:cNvPr id="845" name="Rectangle 844">
            <a:extLst>
              <a:ext uri="{FF2B5EF4-FFF2-40B4-BE49-F238E27FC236}">
                <a16:creationId xmlns:a16="http://schemas.microsoft.com/office/drawing/2014/main" id="{66D4756E-F094-71F0-C5B1-C1BF70383900}"/>
              </a:ext>
            </a:extLst>
          </p:cNvPr>
          <p:cNvSpPr/>
          <p:nvPr/>
        </p:nvSpPr>
        <p:spPr>
          <a:xfrm>
            <a:off x="548640" y="5330952"/>
            <a:ext cx="11064240"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72A3A"/>
                </a:solidFill>
                <a:effectLst/>
                <a:latin typeface="Arial" panose="020B0604020202020204" pitchFamily="34" charset="0"/>
              </a:rPr>
              <a:t>Price history enriches Gold facts; retain provenance and reconcile normalized usage to bills.</a:t>
            </a:r>
          </a:p>
          <a:p>
            <a:pPr algn="l">
              <a:buNone/>
            </a:pPr>
            <a:r>
              <a:rPr lang="en-US" sz="100">
                <a:effectLst/>
              </a:rPr>
              <a:t> </a:t>
            </a:r>
            <a:endParaRPr lang="en-US"/>
          </a:p>
        </p:txBody>
      </p:sp>
      <p:sp>
        <p:nvSpPr>
          <p:cNvPr id="5627" name="Rectangle 5626">
            <a:extLst>
              <a:ext uri="{FF2B5EF4-FFF2-40B4-BE49-F238E27FC236}">
                <a16:creationId xmlns:a16="http://schemas.microsoft.com/office/drawing/2014/main" id="{48BDDD04-8203-9A74-181A-2E9355D9E747}"/>
              </a:ext>
            </a:extLst>
          </p:cNvPr>
          <p:cNvSpPr/>
          <p:nvPr/>
        </p:nvSpPr>
        <p:spPr>
          <a:xfrm>
            <a:off x="548640" y="1828800"/>
            <a:ext cx="2286000" cy="137160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Five providers</a:t>
            </a:r>
          </a:p>
          <a:p>
            <a:pPr algn="ctr">
              <a:buNone/>
            </a:pPr>
            <a:r>
              <a:rPr lang="en-US" sz="1400">
                <a:solidFill>
                  <a:srgbClr val="172A3A"/>
                </a:solidFill>
                <a:effectLst/>
                <a:latin typeface="Arial" panose="020B0604020202020204" pitchFamily="34" charset="0"/>
              </a:rPr>
              <a:t>Bedrock • Vertex</a:t>
            </a:r>
          </a:p>
          <a:p>
            <a:pPr algn="ctr">
              <a:buNone/>
            </a:pPr>
            <a:r>
              <a:rPr lang="en-US" sz="1400">
                <a:solidFill>
                  <a:srgbClr val="172A3A"/>
                </a:solidFill>
                <a:effectLst/>
                <a:latin typeface="Arial" panose="020B0604020202020204" pitchFamily="34" charset="0"/>
              </a:rPr>
              <a:t>Foundry • OpenAI • Anthropic</a:t>
            </a:r>
            <a:endParaRPr lang="en-US"/>
          </a:p>
        </p:txBody>
      </p:sp>
      <p:sp>
        <p:nvSpPr>
          <p:cNvPr id="5629" name="Rectangle 5628">
            <a:extLst>
              <a:ext uri="{FF2B5EF4-FFF2-40B4-BE49-F238E27FC236}">
                <a16:creationId xmlns:a16="http://schemas.microsoft.com/office/drawing/2014/main" id="{41E89784-AEBD-E7E2-0C91-3B7D6E4CC52E}"/>
              </a:ext>
            </a:extLst>
          </p:cNvPr>
          <p:cNvSpPr/>
          <p:nvPr/>
        </p:nvSpPr>
        <p:spPr>
          <a:xfrm>
            <a:off x="8046720" y="4005072"/>
            <a:ext cx="3593592" cy="118872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Gold tokenomics</a:t>
            </a:r>
          </a:p>
          <a:p>
            <a:pPr algn="ctr">
              <a:buNone/>
            </a:pPr>
            <a:r>
              <a:rPr lang="en-US" sz="1400">
                <a:solidFill>
                  <a:srgbClr val="172A3A"/>
                </a:solidFill>
                <a:effectLst/>
                <a:latin typeface="Arial" panose="020B0604020202020204" pitchFamily="34" charset="0"/>
              </a:rPr>
              <a:t>ml.tokenomics_usage_fact</a:t>
            </a:r>
            <a:endParaRPr lang="en-US"/>
          </a:p>
        </p:txBody>
      </p:sp>
      <p:sp>
        <p:nvSpPr>
          <p:cNvPr id="5632" name="Rectangle 5631">
            <a:extLst>
              <a:ext uri="{FF2B5EF4-FFF2-40B4-BE49-F238E27FC236}">
                <a16:creationId xmlns:a16="http://schemas.microsoft.com/office/drawing/2014/main" id="{8D79EBA8-5401-34A4-78FD-770B37AEB4B0}"/>
              </a:ext>
            </a:extLst>
          </p:cNvPr>
          <p:cNvSpPr/>
          <p:nvPr/>
        </p:nvSpPr>
        <p:spPr>
          <a:xfrm>
            <a:off x="3383280" y="1828800"/>
            <a:ext cx="2103120" cy="137160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Raw landing</a:t>
            </a:r>
          </a:p>
          <a:p>
            <a:pPr algn="ctr">
              <a:buNone/>
            </a:pPr>
            <a:r>
              <a:rPr lang="en-US" sz="1400">
                <a:solidFill>
                  <a:srgbClr val="172A3A"/>
                </a:solidFill>
                <a:effectLst/>
                <a:latin typeface="Arial" panose="020B0604020202020204" pitchFamily="34" charset="0"/>
              </a:rPr>
              <a:t>Blob snapshots</a:t>
            </a:r>
            <a:endParaRPr lang="en-US"/>
          </a:p>
        </p:txBody>
      </p:sp>
      <p:sp>
        <p:nvSpPr>
          <p:cNvPr id="5636" name="Rectangle 5635">
            <a:extLst>
              <a:ext uri="{FF2B5EF4-FFF2-40B4-BE49-F238E27FC236}">
                <a16:creationId xmlns:a16="http://schemas.microsoft.com/office/drawing/2014/main" id="{199AC86B-77EA-8410-4CF6-8879C3A8D2D8}"/>
              </a:ext>
            </a:extLst>
          </p:cNvPr>
          <p:cNvSpPr/>
          <p:nvPr/>
        </p:nvSpPr>
        <p:spPr>
          <a:xfrm>
            <a:off x="6035040" y="1828800"/>
            <a:ext cx="2103120" cy="137160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Normalize</a:t>
            </a:r>
          </a:p>
          <a:p>
            <a:pPr algn="ctr">
              <a:buNone/>
            </a:pPr>
            <a:r>
              <a:rPr lang="en-US" sz="1400">
                <a:solidFill>
                  <a:srgbClr val="172A3A"/>
                </a:solidFill>
                <a:effectLst/>
                <a:latin typeface="Arial" panose="020B0604020202020204" pitchFamily="34" charset="0"/>
              </a:rPr>
              <a:t>Cosmos • user hash</a:t>
            </a:r>
            <a:endParaRPr lang="en-US"/>
          </a:p>
        </p:txBody>
      </p:sp>
      <p:sp>
        <p:nvSpPr>
          <p:cNvPr id="5641" name="Rectangle 5640">
            <a:extLst>
              <a:ext uri="{FF2B5EF4-FFF2-40B4-BE49-F238E27FC236}">
                <a16:creationId xmlns:a16="http://schemas.microsoft.com/office/drawing/2014/main" id="{5B868828-1758-D8A1-4C2C-E4A87DBE9800}"/>
              </a:ext>
            </a:extLst>
          </p:cNvPr>
          <p:cNvSpPr/>
          <p:nvPr/>
        </p:nvSpPr>
        <p:spPr>
          <a:xfrm>
            <a:off x="8686800" y="1828800"/>
            <a:ext cx="2953512" cy="137160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Fabric layers</a:t>
            </a:r>
          </a:p>
          <a:p>
            <a:pPr algn="ctr">
              <a:buNone/>
            </a:pPr>
            <a:r>
              <a:rPr lang="en-US" sz="1400">
                <a:solidFill>
                  <a:srgbClr val="172A3A"/>
                </a:solidFill>
                <a:effectLst/>
                <a:latin typeface="Arial" panose="020B0604020202020204" pitchFamily="34" charset="0"/>
              </a:rPr>
              <a:t>Bronze / Silver</a:t>
            </a:r>
            <a:endParaRPr lang="en-US"/>
          </a:p>
        </p:txBody>
      </p:sp>
      <p:sp>
        <p:nvSpPr>
          <p:cNvPr id="5647" name="Rectangle 5646">
            <a:extLst>
              <a:ext uri="{FF2B5EF4-FFF2-40B4-BE49-F238E27FC236}">
                <a16:creationId xmlns:a16="http://schemas.microsoft.com/office/drawing/2014/main" id="{01F1F7CA-2222-B0B6-AE8E-591694CD9C7F}"/>
              </a:ext>
            </a:extLst>
          </p:cNvPr>
          <p:cNvSpPr/>
          <p:nvPr/>
        </p:nvSpPr>
        <p:spPr>
          <a:xfrm>
            <a:off x="4160520" y="4005072"/>
            <a:ext cx="3337560" cy="118872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ML outputs</a:t>
            </a:r>
          </a:p>
          <a:p>
            <a:pPr algn="ctr">
              <a:buNone/>
            </a:pPr>
            <a:r>
              <a:rPr lang="en-US" sz="1400">
                <a:solidFill>
                  <a:srgbClr val="172A3A"/>
                </a:solidFill>
                <a:effectLst/>
                <a:latin typeface="Arial" panose="020B0604020202020204" pitchFamily="34" charset="0"/>
              </a:rPr>
              <a:t>Insights + model-run ledger</a:t>
            </a:r>
            <a:endParaRPr lang="en-US"/>
          </a:p>
        </p:txBody>
      </p:sp>
      <p:sp>
        <p:nvSpPr>
          <p:cNvPr id="5654" name="Rectangle 5653">
            <a:extLst>
              <a:ext uri="{FF2B5EF4-FFF2-40B4-BE49-F238E27FC236}">
                <a16:creationId xmlns:a16="http://schemas.microsoft.com/office/drawing/2014/main" id="{EF8E0005-E9CF-32D4-F1E4-8A9EA34039C4}"/>
              </a:ext>
            </a:extLst>
          </p:cNvPr>
          <p:cNvSpPr/>
          <p:nvPr/>
        </p:nvSpPr>
        <p:spPr>
          <a:xfrm>
            <a:off x="548640" y="4005072"/>
            <a:ext cx="3063240" cy="1188720"/>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Price provenance</a:t>
            </a:r>
          </a:p>
          <a:p>
            <a:pPr algn="ctr">
              <a:buNone/>
            </a:pPr>
            <a:r>
              <a:rPr lang="en-US" sz="1400">
                <a:solidFill>
                  <a:srgbClr val="172A3A"/>
                </a:solidFill>
                <a:effectLst/>
                <a:latin typeface="Arial" panose="020B0604020202020204" pitchFamily="34" charset="0"/>
              </a:rPr>
              <a:t>Effective-dated cards</a:t>
            </a:r>
          </a:p>
          <a:p>
            <a:pPr algn="ctr">
              <a:buNone/>
            </a:pPr>
            <a:r>
              <a:rPr lang="en-US" sz="1400">
                <a:solidFill>
                  <a:srgbClr val="172A3A"/>
                </a:solidFill>
                <a:effectLst/>
                <a:latin typeface="Arial" panose="020B0604020202020204" pitchFamily="34" charset="0"/>
              </a:rPr>
              <a:t>History + snapshots</a:t>
            </a:r>
            <a:endParaRPr lang="en-US"/>
          </a:p>
        </p:txBody>
      </p:sp>
    </p:spTree>
    <p:extLst>
      <p:ext uri="{BB962C8B-B14F-4D97-AF65-F5344CB8AC3E}">
        <p14:creationId xmlns:p14="http://schemas.microsoft.com/office/powerpoint/2010/main" val="22934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846" name="Rectangle 845">
            <a:extLst>
              <a:ext uri="{FF2B5EF4-FFF2-40B4-BE49-F238E27FC236}">
                <a16:creationId xmlns:a16="http://schemas.microsoft.com/office/drawing/2014/main" id="{61B7323A-D0A0-69FA-CBE9-DBF70DB0965F}"/>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288FDDB5-4207-61E4-B5A8-FC61B1E9C81E}"/>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E1C0BE19-1055-C5A5-7D03-15D8D4B9CE40}"/>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5" name="Rectangle 854">
            <a:extLst>
              <a:ext uri="{FF2B5EF4-FFF2-40B4-BE49-F238E27FC236}">
                <a16:creationId xmlns:a16="http://schemas.microsoft.com/office/drawing/2014/main" id="{6B8E9D17-59B9-B363-8914-301584BABD58}"/>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7C2069AA-12B0-805E-11D6-7164F1E435B6}"/>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866" name="Rectangle 865">
            <a:extLst>
              <a:ext uri="{FF2B5EF4-FFF2-40B4-BE49-F238E27FC236}">
                <a16:creationId xmlns:a16="http://schemas.microsoft.com/office/drawing/2014/main" id="{C9F5828A-F812-44A7-4BCD-BAAB682C2E80}"/>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873" name="Rectangle 872">
            <a:extLst>
              <a:ext uri="{FF2B5EF4-FFF2-40B4-BE49-F238E27FC236}">
                <a16:creationId xmlns:a16="http://schemas.microsoft.com/office/drawing/2014/main" id="{A36E605A-2C00-9AC2-177C-CC4E6B517374}"/>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Govern tools. Correlate every request.</a:t>
            </a:r>
          </a:p>
          <a:p>
            <a:pPr algn="l">
              <a:buNone/>
            </a:pPr>
            <a:r>
              <a:rPr lang="en-US" sz="100">
                <a:effectLst/>
              </a:rPr>
              <a:t> </a:t>
            </a:r>
            <a:endParaRPr lang="en-US"/>
          </a:p>
        </p:txBody>
      </p:sp>
      <p:sp>
        <p:nvSpPr>
          <p:cNvPr id="881" name="Rectangle 880">
            <a:extLst>
              <a:ext uri="{FF2B5EF4-FFF2-40B4-BE49-F238E27FC236}">
                <a16:creationId xmlns:a16="http://schemas.microsoft.com/office/drawing/2014/main" id="{613C8ED9-F07A-C9E2-A1BD-72E5BBB365E3}"/>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Microsoft Learn—Foundry, Fabric data agent and APIM monitoring; see notes.</a:t>
            </a:r>
          </a:p>
          <a:p>
            <a:pPr algn="l">
              <a:buNone/>
            </a:pPr>
            <a:r>
              <a:rPr lang="en-US" sz="100">
                <a:effectLst/>
              </a:rPr>
              <a:t> </a:t>
            </a:r>
            <a:endParaRPr lang="en-US"/>
          </a:p>
        </p:txBody>
      </p:sp>
      <p:sp>
        <p:nvSpPr>
          <p:cNvPr id="890" name="Rectangle 889">
            <a:extLst>
              <a:ext uri="{FF2B5EF4-FFF2-40B4-BE49-F238E27FC236}">
                <a16:creationId xmlns:a16="http://schemas.microsoft.com/office/drawing/2014/main" id="{9B197DAF-4CBA-1289-C230-4B2C7A0CAAA6}"/>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900" name="Rectangle 899">
            <a:extLst>
              <a:ext uri="{FF2B5EF4-FFF2-40B4-BE49-F238E27FC236}">
                <a16:creationId xmlns:a16="http://schemas.microsoft.com/office/drawing/2014/main" id="{47B31F0B-D1B7-3860-C2A3-82CB7A3D5754}"/>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05</a:t>
            </a:r>
          </a:p>
          <a:p>
            <a:pPr algn="r">
              <a:buNone/>
            </a:pPr>
            <a:r>
              <a:rPr lang="en-US" sz="100">
                <a:effectLst/>
              </a:rPr>
              <a:t> </a:t>
            </a:r>
            <a:endParaRPr lang="en-US"/>
          </a:p>
        </p:txBody>
      </p:sp>
      <p:sp>
        <p:nvSpPr>
          <p:cNvPr id="950" name="Rectangle 949">
            <a:extLst>
              <a:ext uri="{FF2B5EF4-FFF2-40B4-BE49-F238E27FC236}">
                <a16:creationId xmlns:a16="http://schemas.microsoft.com/office/drawing/2014/main" id="{91FB8DCC-F229-BD21-F440-EDA023129C97}"/>
              </a:ext>
            </a:extLst>
          </p:cNvPr>
          <p:cNvSpPr/>
          <p:nvPr/>
        </p:nvSpPr>
        <p:spPr>
          <a:xfrm>
            <a:off x="9189720" y="1874520"/>
            <a:ext cx="2450592" cy="987552"/>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Fabric Data Agent</a:t>
            </a:r>
          </a:p>
          <a:p>
            <a:pPr algn="ctr">
              <a:buNone/>
            </a:pPr>
            <a:r>
              <a:rPr lang="en-US" sz="1400">
                <a:solidFill>
                  <a:srgbClr val="425666"/>
                </a:solidFill>
                <a:effectLst/>
                <a:latin typeface="Arial" panose="020B0604020202020204" pitchFamily="34" charset="0"/>
              </a:rPr>
              <a:t>Queries governed data</a:t>
            </a:r>
            <a:endParaRPr lang="en-US"/>
          </a:p>
        </p:txBody>
      </p:sp>
      <p:sp>
        <p:nvSpPr>
          <p:cNvPr id="965" name="Arrow: Right 964">
            <a:extLst>
              <a:ext uri="{FF2B5EF4-FFF2-40B4-BE49-F238E27FC236}">
                <a16:creationId xmlns:a16="http://schemas.microsoft.com/office/drawing/2014/main" id="{2AFF6160-3B6F-C4D3-B137-841A80F819BD}"/>
              </a:ext>
            </a:extLst>
          </p:cNvPr>
          <p:cNvSpPr/>
          <p:nvPr/>
        </p:nvSpPr>
        <p:spPr>
          <a:xfrm>
            <a:off x="2816352" y="2221992"/>
            <a:ext cx="530352" cy="256032"/>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1" name="Arrow: Right 980">
            <a:extLst>
              <a:ext uri="{FF2B5EF4-FFF2-40B4-BE49-F238E27FC236}">
                <a16:creationId xmlns:a16="http://schemas.microsoft.com/office/drawing/2014/main" id="{6281384E-799B-D247-04BA-F4D59DD595A5}"/>
              </a:ext>
            </a:extLst>
          </p:cNvPr>
          <p:cNvSpPr/>
          <p:nvPr/>
        </p:nvSpPr>
        <p:spPr>
          <a:xfrm>
            <a:off x="5696712" y="2221992"/>
            <a:ext cx="530352" cy="256032"/>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8" name="Arrow: Right 997">
            <a:extLst>
              <a:ext uri="{FF2B5EF4-FFF2-40B4-BE49-F238E27FC236}">
                <a16:creationId xmlns:a16="http://schemas.microsoft.com/office/drawing/2014/main" id="{FE2084B0-24E1-D1C6-FF64-6ED9B8AF01D3}"/>
              </a:ext>
            </a:extLst>
          </p:cNvPr>
          <p:cNvSpPr/>
          <p:nvPr/>
        </p:nvSpPr>
        <p:spPr>
          <a:xfrm>
            <a:off x="8577072" y="2221992"/>
            <a:ext cx="530352" cy="256032"/>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6" name="Arrow: Down 1015">
            <a:extLst>
              <a:ext uri="{FF2B5EF4-FFF2-40B4-BE49-F238E27FC236}">
                <a16:creationId xmlns:a16="http://schemas.microsoft.com/office/drawing/2014/main" id="{03DBA957-476A-0602-E6A0-C7FE352033DE}"/>
              </a:ext>
            </a:extLst>
          </p:cNvPr>
          <p:cNvSpPr/>
          <p:nvPr/>
        </p:nvSpPr>
        <p:spPr>
          <a:xfrm>
            <a:off x="868680" y="2926080"/>
            <a:ext cx="292608" cy="1097280"/>
          </a:xfrm>
          <a:prstGeom prst="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CDFF9B38-7B36-1992-9DDC-BC143D65FE82}"/>
              </a:ext>
            </a:extLst>
          </p:cNvPr>
          <p:cNvSpPr/>
          <p:nvPr/>
        </p:nvSpPr>
        <p:spPr>
          <a:xfrm>
            <a:off x="1261872" y="3136392"/>
            <a:ext cx="201168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App Insights</a:t>
            </a:r>
          </a:p>
          <a:p>
            <a:pPr algn="l">
              <a:buNone/>
            </a:pPr>
            <a:r>
              <a:rPr lang="en-US" sz="1400">
                <a:solidFill>
                  <a:srgbClr val="425666"/>
                </a:solidFill>
                <a:effectLst/>
                <a:latin typeface="Arial" panose="020B0604020202020204" pitchFamily="34" charset="0"/>
              </a:rPr>
              <a:t>workspace tracing</a:t>
            </a:r>
            <a:endParaRPr lang="en-US"/>
          </a:p>
        </p:txBody>
      </p:sp>
      <p:sp>
        <p:nvSpPr>
          <p:cNvPr id="1055" name="Arrow: Down 1054">
            <a:extLst>
              <a:ext uri="{FF2B5EF4-FFF2-40B4-BE49-F238E27FC236}">
                <a16:creationId xmlns:a16="http://schemas.microsoft.com/office/drawing/2014/main" id="{F86FC2EA-D9DC-ADEC-2863-D19753608177}"/>
              </a:ext>
            </a:extLst>
          </p:cNvPr>
          <p:cNvSpPr/>
          <p:nvPr/>
        </p:nvSpPr>
        <p:spPr>
          <a:xfrm>
            <a:off x="3675888" y="2926080"/>
            <a:ext cx="292608" cy="1097280"/>
          </a:xfrm>
          <a:prstGeom prst="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8" name="Arrow: Down 1097">
            <a:extLst>
              <a:ext uri="{FF2B5EF4-FFF2-40B4-BE49-F238E27FC236}">
                <a16:creationId xmlns:a16="http://schemas.microsoft.com/office/drawing/2014/main" id="{AA4B41CF-E020-76A0-5E61-E6BCEA17B28E}"/>
              </a:ext>
            </a:extLst>
          </p:cNvPr>
          <p:cNvSpPr/>
          <p:nvPr/>
        </p:nvSpPr>
        <p:spPr>
          <a:xfrm>
            <a:off x="10259568" y="2926080"/>
            <a:ext cx="292608" cy="1097280"/>
          </a:xfrm>
          <a:prstGeom prst="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6" name="Arrow: Right 1195">
            <a:extLst>
              <a:ext uri="{FF2B5EF4-FFF2-40B4-BE49-F238E27FC236}">
                <a16:creationId xmlns:a16="http://schemas.microsoft.com/office/drawing/2014/main" id="{9A9D08E1-3C91-2034-4BB0-196D4CBB7EA3}"/>
              </a:ext>
            </a:extLst>
          </p:cNvPr>
          <p:cNvSpPr/>
          <p:nvPr/>
        </p:nvSpPr>
        <p:spPr>
          <a:xfrm>
            <a:off x="6062472" y="4480560"/>
            <a:ext cx="1828800" cy="246888"/>
          </a:xfrm>
          <a:prstGeom prs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3" name="Rectangle 1222">
            <a:extLst>
              <a:ext uri="{FF2B5EF4-FFF2-40B4-BE49-F238E27FC236}">
                <a16:creationId xmlns:a16="http://schemas.microsoft.com/office/drawing/2014/main" id="{F4B3EADA-2BBD-39C5-3739-728D0332499C}"/>
              </a:ext>
            </a:extLst>
          </p:cNvPr>
          <p:cNvSpPr/>
          <p:nvPr/>
        </p:nvSpPr>
        <p:spPr>
          <a:xfrm>
            <a:off x="6035040" y="4800600"/>
            <a:ext cx="19202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425666"/>
                </a:solidFill>
                <a:effectLst/>
                <a:latin typeface="Arial" panose="020B0604020202020204" pitchFamily="34" charset="0"/>
              </a:rPr>
              <a:t>Telemetry ingestion</a:t>
            </a:r>
          </a:p>
          <a:p>
            <a:pPr algn="ctr">
              <a:buNone/>
            </a:pPr>
            <a:r>
              <a:rPr lang="en-US" sz="100">
                <a:effectLst/>
              </a:rPr>
              <a:t> </a:t>
            </a:r>
            <a:endParaRPr lang="en-US"/>
          </a:p>
        </p:txBody>
      </p:sp>
      <p:sp>
        <p:nvSpPr>
          <p:cNvPr id="1251" name="Rectangle 1250">
            <a:extLst>
              <a:ext uri="{FF2B5EF4-FFF2-40B4-BE49-F238E27FC236}">
                <a16:creationId xmlns:a16="http://schemas.microsoft.com/office/drawing/2014/main" id="{4C6C3EBE-463D-5C6E-8445-49352758EF24}"/>
              </a:ext>
            </a:extLst>
          </p:cNvPr>
          <p:cNvSpPr/>
          <p:nvPr/>
        </p:nvSpPr>
        <p:spPr>
          <a:xfrm>
            <a:off x="548640" y="5349240"/>
            <a:ext cx="11091672" cy="54864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2A3A"/>
                </a:solidFill>
                <a:effectLst/>
                <a:latin typeface="Arial" panose="020B0604020202020204" pitchFamily="34" charset="0"/>
              </a:rPr>
              <a:t>Proposed APIM-mediated route—not the automatic path of the native Fabric tool integration.</a:t>
            </a:r>
          </a:p>
          <a:p>
            <a:pPr algn="l">
              <a:buNone/>
            </a:pPr>
            <a:r>
              <a:rPr lang="en-US" sz="100">
                <a:effectLst/>
              </a:rPr>
              <a:t> </a:t>
            </a:r>
            <a:endParaRPr lang="en-US"/>
          </a:p>
        </p:txBody>
      </p:sp>
      <p:sp>
        <p:nvSpPr>
          <p:cNvPr id="4211" name="Rectangle 4210">
            <a:extLst>
              <a:ext uri="{FF2B5EF4-FFF2-40B4-BE49-F238E27FC236}">
                <a16:creationId xmlns:a16="http://schemas.microsoft.com/office/drawing/2014/main" id="{4C5DC0AD-6FCE-C73A-DB49-AC8E4247D50D}"/>
              </a:ext>
            </a:extLst>
          </p:cNvPr>
          <p:cNvSpPr/>
          <p:nvPr/>
        </p:nvSpPr>
        <p:spPr>
          <a:xfrm>
            <a:off x="548640" y="1874520"/>
            <a:ext cx="2194560" cy="987552"/>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Foundry agent</a:t>
            </a:r>
          </a:p>
          <a:p>
            <a:pPr algn="ctr">
              <a:buNone/>
            </a:pPr>
            <a:r>
              <a:rPr lang="en-US" sz="1400">
                <a:solidFill>
                  <a:srgbClr val="425666"/>
                </a:solidFill>
                <a:effectLst/>
                <a:latin typeface="Arial" panose="020B0604020202020204" pitchFamily="34" charset="0"/>
              </a:rPr>
              <a:t>Orchestration</a:t>
            </a:r>
            <a:endParaRPr lang="en-US"/>
          </a:p>
        </p:txBody>
      </p:sp>
      <p:sp>
        <p:nvSpPr>
          <p:cNvPr id="4225" name="Rectangle 4224">
            <a:extLst>
              <a:ext uri="{FF2B5EF4-FFF2-40B4-BE49-F238E27FC236}">
                <a16:creationId xmlns:a16="http://schemas.microsoft.com/office/drawing/2014/main" id="{7A42DB91-BB99-BC12-D949-046D29C8E11F}"/>
              </a:ext>
            </a:extLst>
          </p:cNvPr>
          <p:cNvSpPr/>
          <p:nvPr/>
        </p:nvSpPr>
        <p:spPr>
          <a:xfrm>
            <a:off x="3429000" y="1874520"/>
            <a:ext cx="2194560" cy="987552"/>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APIM</a:t>
            </a:r>
          </a:p>
          <a:p>
            <a:pPr algn="ctr">
              <a:buNone/>
            </a:pPr>
            <a:r>
              <a:rPr lang="en-US" sz="1400">
                <a:solidFill>
                  <a:srgbClr val="425666"/>
                </a:solidFill>
                <a:effectLst/>
                <a:latin typeface="Arial" panose="020B0604020202020204" pitchFamily="34" charset="0"/>
              </a:rPr>
              <a:t>Tool/API gate</a:t>
            </a:r>
            <a:endParaRPr lang="en-US"/>
          </a:p>
        </p:txBody>
      </p:sp>
      <p:sp>
        <p:nvSpPr>
          <p:cNvPr id="5624" name="Rectangle 5623">
            <a:extLst>
              <a:ext uri="{FF2B5EF4-FFF2-40B4-BE49-F238E27FC236}">
                <a16:creationId xmlns:a16="http://schemas.microsoft.com/office/drawing/2014/main" id="{DB24FD1C-68EE-C52E-0B58-0AB69397D53E}"/>
              </a:ext>
            </a:extLst>
          </p:cNvPr>
          <p:cNvSpPr/>
          <p:nvPr/>
        </p:nvSpPr>
        <p:spPr>
          <a:xfrm>
            <a:off x="7470648" y="3182112"/>
            <a:ext cx="2505456" cy="685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2A3A"/>
                </a:solidFill>
                <a:effectLst/>
                <a:latin typeface="Arial" panose="020B0604020202020204" pitchFamily="34" charset="0"/>
              </a:rPr>
              <a:t>Queries both</a:t>
            </a:r>
          </a:p>
          <a:p>
            <a:pPr algn="l">
              <a:buNone/>
            </a:pPr>
            <a:r>
              <a:rPr lang="en-US" sz="1400">
                <a:solidFill>
                  <a:srgbClr val="172A3A"/>
                </a:solidFill>
                <a:effectLst/>
                <a:latin typeface="Arial" panose="020B0604020202020204" pitchFamily="34" charset="0"/>
              </a:rPr>
              <a:t>facts + ML outputs</a:t>
            </a:r>
            <a:endParaRPr lang="en-US"/>
          </a:p>
        </p:txBody>
      </p:sp>
      <p:sp>
        <p:nvSpPr>
          <p:cNvPr id="5626" name="Rectangle 5625">
            <a:extLst>
              <a:ext uri="{FF2B5EF4-FFF2-40B4-BE49-F238E27FC236}">
                <a16:creationId xmlns:a16="http://schemas.microsoft.com/office/drawing/2014/main" id="{31021C78-B9A2-DA39-F290-A1CA7FCA4779}"/>
              </a:ext>
            </a:extLst>
          </p:cNvPr>
          <p:cNvSpPr/>
          <p:nvPr/>
        </p:nvSpPr>
        <p:spPr>
          <a:xfrm>
            <a:off x="4069080" y="2971800"/>
            <a:ext cx="2743200" cy="1051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2A3A"/>
                </a:solidFill>
                <a:effectLst/>
                <a:latin typeface="Arial" panose="020B0604020202020204" pitchFamily="34" charset="0"/>
              </a:rPr>
              <a:t>Configured diagnostics</a:t>
            </a:r>
          </a:p>
          <a:p>
            <a:pPr algn="l">
              <a:buNone/>
            </a:pPr>
            <a:r>
              <a:rPr lang="en-US" sz="1400">
                <a:solidFill>
                  <a:srgbClr val="172A3A"/>
                </a:solidFill>
                <a:effectLst/>
                <a:latin typeface="Arial" panose="020B0604020202020204" pitchFamily="34" charset="0"/>
              </a:rPr>
              <a:t>Caller hash / BU / app</a:t>
            </a:r>
          </a:p>
          <a:p>
            <a:pPr algn="l">
              <a:buNone/>
            </a:pPr>
            <a:r>
              <a:rPr lang="en-US" sz="1400">
                <a:solidFill>
                  <a:srgbClr val="172A3A"/>
                </a:solidFill>
                <a:effectLst/>
                <a:latin typeface="Arial" panose="020B0604020202020204" pitchFamily="34" charset="0"/>
              </a:rPr>
              <a:t>Request / correlation ID</a:t>
            </a:r>
            <a:endParaRPr lang="en-US"/>
          </a:p>
        </p:txBody>
      </p:sp>
      <p:sp>
        <p:nvSpPr>
          <p:cNvPr id="5662" name="Rectangle 5661">
            <a:extLst>
              <a:ext uri="{FF2B5EF4-FFF2-40B4-BE49-F238E27FC236}">
                <a16:creationId xmlns:a16="http://schemas.microsoft.com/office/drawing/2014/main" id="{E92B774B-AE72-62D5-E331-39297F98A661}"/>
              </a:ext>
            </a:extLst>
          </p:cNvPr>
          <p:cNvSpPr/>
          <p:nvPr/>
        </p:nvSpPr>
        <p:spPr>
          <a:xfrm>
            <a:off x="548640" y="4114800"/>
            <a:ext cx="5394960" cy="950976"/>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Log Analytics workspace</a:t>
            </a:r>
          </a:p>
          <a:p>
            <a:pPr algn="ctr">
              <a:buNone/>
            </a:pPr>
            <a:r>
              <a:rPr lang="en-US" sz="1400">
                <a:solidFill>
                  <a:srgbClr val="172A3A"/>
                </a:solidFill>
                <a:effectLst/>
                <a:latin typeface="Arial" panose="020B0604020202020204" pitchFamily="34" charset="0"/>
              </a:rPr>
              <a:t>Foundry / APIM telemetry</a:t>
            </a:r>
            <a:endParaRPr lang="en-US"/>
          </a:p>
        </p:txBody>
      </p:sp>
      <p:sp>
        <p:nvSpPr>
          <p:cNvPr id="5671" name="Rectangle 5670">
            <a:extLst>
              <a:ext uri="{FF2B5EF4-FFF2-40B4-BE49-F238E27FC236}">
                <a16:creationId xmlns:a16="http://schemas.microsoft.com/office/drawing/2014/main" id="{07346164-B401-E3B1-6F4F-3CF08E29ACA4}"/>
              </a:ext>
            </a:extLst>
          </p:cNvPr>
          <p:cNvSpPr/>
          <p:nvPr/>
        </p:nvSpPr>
        <p:spPr>
          <a:xfrm>
            <a:off x="8046720" y="4114800"/>
            <a:ext cx="3593592" cy="950976"/>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Fabric governed data</a:t>
            </a:r>
          </a:p>
          <a:p>
            <a:pPr algn="ctr">
              <a:buNone/>
            </a:pPr>
            <a:r>
              <a:rPr lang="en-US" sz="1400">
                <a:solidFill>
                  <a:srgbClr val="172A3A"/>
                </a:solidFill>
                <a:effectLst/>
                <a:latin typeface="Arial" panose="020B0604020202020204" pitchFamily="34" charset="0"/>
              </a:rPr>
              <a:t>Tokenomics + ML outputs</a:t>
            </a:r>
            <a:endParaRPr lang="en-US"/>
          </a:p>
        </p:txBody>
      </p:sp>
      <p:sp>
        <p:nvSpPr>
          <p:cNvPr id="5681" name="Rectangle 5680">
            <a:extLst>
              <a:ext uri="{FF2B5EF4-FFF2-40B4-BE49-F238E27FC236}">
                <a16:creationId xmlns:a16="http://schemas.microsoft.com/office/drawing/2014/main" id="{0271CEBE-C159-66D7-5672-2CEF431C95FC}"/>
              </a:ext>
            </a:extLst>
          </p:cNvPr>
          <p:cNvSpPr/>
          <p:nvPr/>
        </p:nvSpPr>
        <p:spPr>
          <a:xfrm>
            <a:off x="6309360" y="1874520"/>
            <a:ext cx="2194560" cy="987552"/>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Tool adapter</a:t>
            </a:r>
          </a:p>
          <a:p>
            <a:pPr algn="ctr">
              <a:buNone/>
            </a:pPr>
            <a:r>
              <a:rPr lang="en-US" sz="1400">
                <a:solidFill>
                  <a:srgbClr val="172A3A"/>
                </a:solidFill>
                <a:effectLst/>
                <a:latin typeface="Arial" panose="020B0604020202020204" pitchFamily="34" charset="0"/>
              </a:rPr>
              <a:t>Validate OBO</a:t>
            </a:r>
            <a:endParaRPr lang="en-US"/>
          </a:p>
        </p:txBody>
      </p:sp>
    </p:spTree>
    <p:extLst>
      <p:ext uri="{BB962C8B-B14F-4D97-AF65-F5344CB8AC3E}">
        <p14:creationId xmlns:p14="http://schemas.microsoft.com/office/powerpoint/2010/main" val="276465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252" name="Rectangle 1251">
            <a:extLst>
              <a:ext uri="{FF2B5EF4-FFF2-40B4-BE49-F238E27FC236}">
                <a16:creationId xmlns:a16="http://schemas.microsoft.com/office/drawing/2014/main" id="{C9051654-0376-F170-F9E6-CB57472BE865}"/>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4" name="Rectangle 1253">
            <a:extLst>
              <a:ext uri="{FF2B5EF4-FFF2-40B4-BE49-F238E27FC236}">
                <a16:creationId xmlns:a16="http://schemas.microsoft.com/office/drawing/2014/main" id="{25D8BF77-45CC-6C9D-485E-1CA14E69AE4C}"/>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7" name="Rectangle 1256">
            <a:extLst>
              <a:ext uri="{FF2B5EF4-FFF2-40B4-BE49-F238E27FC236}">
                <a16:creationId xmlns:a16="http://schemas.microsoft.com/office/drawing/2014/main" id="{21004970-018F-B66D-D653-312ED937F38B}"/>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1" name="Rectangle 1260">
            <a:extLst>
              <a:ext uri="{FF2B5EF4-FFF2-40B4-BE49-F238E27FC236}">
                <a16:creationId xmlns:a16="http://schemas.microsoft.com/office/drawing/2014/main" id="{41763F95-91ED-9790-DBC0-B2E00A48FE7D}"/>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009CB4B2-17F4-BFFE-29F3-C83B10A4AC1C}"/>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1272" name="Rectangle 1271">
            <a:extLst>
              <a:ext uri="{FF2B5EF4-FFF2-40B4-BE49-F238E27FC236}">
                <a16:creationId xmlns:a16="http://schemas.microsoft.com/office/drawing/2014/main" id="{ADE84698-8FA0-071A-9E2B-0778F5A4C3AA}"/>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1279" name="Rectangle 1278">
            <a:extLst>
              <a:ext uri="{FF2B5EF4-FFF2-40B4-BE49-F238E27FC236}">
                <a16:creationId xmlns:a16="http://schemas.microsoft.com/office/drawing/2014/main" id="{D06BC329-237C-ACDD-03DD-F0EFF077EAEB}"/>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Give leaders three decision surfaces</a:t>
            </a:r>
          </a:p>
          <a:p>
            <a:pPr algn="l">
              <a:buNone/>
            </a:pPr>
            <a:r>
              <a:rPr lang="en-US" sz="100">
                <a:effectLst/>
              </a:rPr>
              <a:t> </a:t>
            </a:r>
            <a:endParaRPr lang="en-US"/>
          </a:p>
        </p:txBody>
      </p:sp>
      <p:sp>
        <p:nvSpPr>
          <p:cNvPr id="1287" name="Rectangle 1286">
            <a:extLst>
              <a:ext uri="{FF2B5EF4-FFF2-40B4-BE49-F238E27FC236}">
                <a16:creationId xmlns:a16="http://schemas.microsoft.com/office/drawing/2014/main" id="{5621647E-9087-05F6-57B4-8FEB79BAD931}"/>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proposed serving design; Fabric agent integration preview constraints in notes.</a:t>
            </a:r>
          </a:p>
          <a:p>
            <a:pPr algn="l">
              <a:buNone/>
            </a:pPr>
            <a:r>
              <a:rPr lang="en-US" sz="100">
                <a:effectLst/>
              </a:rPr>
              <a:t> </a:t>
            </a:r>
            <a:endParaRPr lang="en-US"/>
          </a:p>
        </p:txBody>
      </p:sp>
      <p:sp>
        <p:nvSpPr>
          <p:cNvPr id="1296" name="Rectangle 1295">
            <a:extLst>
              <a:ext uri="{FF2B5EF4-FFF2-40B4-BE49-F238E27FC236}">
                <a16:creationId xmlns:a16="http://schemas.microsoft.com/office/drawing/2014/main" id="{C2459E1D-0DF1-CE12-7EA7-62FCD5CEC9EC}"/>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1306" name="Rectangle 1305">
            <a:extLst>
              <a:ext uri="{FF2B5EF4-FFF2-40B4-BE49-F238E27FC236}">
                <a16:creationId xmlns:a16="http://schemas.microsoft.com/office/drawing/2014/main" id="{6C278025-9421-30D5-D4F7-CAD9153889BC}"/>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06</a:t>
            </a:r>
          </a:p>
          <a:p>
            <a:pPr algn="r">
              <a:buNone/>
            </a:pPr>
            <a:r>
              <a:rPr lang="en-US" sz="100">
                <a:effectLst/>
              </a:rPr>
              <a:t> </a:t>
            </a:r>
            <a:endParaRPr lang="en-US"/>
          </a:p>
        </p:txBody>
      </p:sp>
      <p:sp>
        <p:nvSpPr>
          <p:cNvPr id="1329" name="Arrow: Left-Right 1328">
            <a:extLst>
              <a:ext uri="{FF2B5EF4-FFF2-40B4-BE49-F238E27FC236}">
                <a16:creationId xmlns:a16="http://schemas.microsoft.com/office/drawing/2014/main" id="{E458EE0E-E7A9-209F-7E60-01F1165337BD}"/>
              </a:ext>
            </a:extLst>
          </p:cNvPr>
          <p:cNvSpPr/>
          <p:nvPr/>
        </p:nvSpPr>
        <p:spPr>
          <a:xfrm>
            <a:off x="2971800" y="1975104"/>
            <a:ext cx="502920" cy="274320"/>
          </a:xfrm>
          <a:prstGeom prst="leftRight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2" name="Rectangle 1341">
            <a:extLst>
              <a:ext uri="{FF2B5EF4-FFF2-40B4-BE49-F238E27FC236}">
                <a16:creationId xmlns:a16="http://schemas.microsoft.com/office/drawing/2014/main" id="{7AD89C5B-95B4-E5C3-6028-C5471074322F}"/>
              </a:ext>
            </a:extLst>
          </p:cNvPr>
          <p:cNvSpPr/>
          <p:nvPr/>
        </p:nvSpPr>
        <p:spPr>
          <a:xfrm>
            <a:off x="3611880" y="1783080"/>
            <a:ext cx="8028432" cy="731520"/>
          </a:xfrm>
          <a:prstGeom prst="rect">
            <a:avLst/>
          </a:prstGeom>
          <a:solidFill>
            <a:srgbClr val="E2EEF7"/>
          </a:solidFill>
          <a:ln>
            <a:solidFill>
              <a:srgbClr val="172A3A">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2A3A"/>
                </a:solidFill>
                <a:effectLst/>
                <a:latin typeface="Arial" panose="020B0604020202020204" pitchFamily="34" charset="0"/>
              </a:rPr>
              <a:t>Angular / Ionic / TypeScript web UI</a:t>
            </a:r>
          </a:p>
          <a:p>
            <a:pPr algn="ctr">
              <a:buNone/>
            </a:pPr>
            <a:r>
              <a:rPr lang="en-US" sz="100">
                <a:effectLst/>
              </a:rPr>
              <a:t> </a:t>
            </a:r>
            <a:endParaRPr lang="en-US"/>
          </a:p>
        </p:txBody>
      </p:sp>
      <p:sp>
        <p:nvSpPr>
          <p:cNvPr id="1356" name="Rectangle 1355">
            <a:extLst>
              <a:ext uri="{FF2B5EF4-FFF2-40B4-BE49-F238E27FC236}">
                <a16:creationId xmlns:a16="http://schemas.microsoft.com/office/drawing/2014/main" id="{571975A9-07BF-2937-E272-C84F5B36D7C9}"/>
              </a:ext>
            </a:extLst>
          </p:cNvPr>
          <p:cNvSpPr/>
          <p:nvPr/>
        </p:nvSpPr>
        <p:spPr>
          <a:xfrm>
            <a:off x="548640" y="2852928"/>
            <a:ext cx="3502152" cy="603504"/>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900" b="1">
                <a:solidFill>
                  <a:srgbClr val="172A3A"/>
                </a:solidFill>
                <a:effectLst/>
                <a:latin typeface="Arial" panose="020B0604020202020204" pitchFamily="34" charset="0"/>
              </a:rPr>
              <a:t>Custom reports</a:t>
            </a:r>
          </a:p>
          <a:p>
            <a:pPr algn="ctr">
              <a:buNone/>
            </a:pPr>
            <a:r>
              <a:rPr lang="en-US" sz="100">
                <a:effectLst/>
              </a:rPr>
              <a:t> </a:t>
            </a:r>
            <a:endParaRPr lang="en-US"/>
          </a:p>
        </p:txBody>
      </p:sp>
      <p:sp>
        <p:nvSpPr>
          <p:cNvPr id="1371" name="Arrow: Up-Down 1370">
            <a:extLst>
              <a:ext uri="{FF2B5EF4-FFF2-40B4-BE49-F238E27FC236}">
                <a16:creationId xmlns:a16="http://schemas.microsoft.com/office/drawing/2014/main" id="{4336D19F-A2E1-F308-7B08-D79362E2DFBC}"/>
              </a:ext>
            </a:extLst>
          </p:cNvPr>
          <p:cNvSpPr/>
          <p:nvPr/>
        </p:nvSpPr>
        <p:spPr>
          <a:xfrm>
            <a:off x="2130552" y="3529584"/>
            <a:ext cx="292608" cy="365760"/>
          </a:xfrm>
          <a:prstGeom prst="up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7" name="Rectangle 1386">
            <a:extLst>
              <a:ext uri="{FF2B5EF4-FFF2-40B4-BE49-F238E27FC236}">
                <a16:creationId xmlns:a16="http://schemas.microsoft.com/office/drawing/2014/main" id="{02B2EE83-4CC1-5F31-BDDE-3F6A3211B01A}"/>
              </a:ext>
            </a:extLst>
          </p:cNvPr>
          <p:cNvSpPr/>
          <p:nvPr/>
        </p:nvSpPr>
        <p:spPr>
          <a:xfrm>
            <a:off x="548640" y="3968496"/>
            <a:ext cx="3502152" cy="987552"/>
          </a:xfrm>
          <a:prstGeom prst="rect">
            <a:avLst/>
          </a:prstGeom>
          <a:solidFill>
            <a:srgbClr val="E2EEF7"/>
          </a:solidFill>
          <a:ln>
            <a:solidFill>
              <a:srgbClr val="172A3A">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Governed backend API</a:t>
            </a:r>
          </a:p>
          <a:p>
            <a:pPr algn="ctr">
              <a:buNone/>
            </a:pPr>
            <a:r>
              <a:rPr lang="en-US" sz="1600" b="1">
                <a:solidFill>
                  <a:srgbClr val="172A3A"/>
                </a:solidFill>
                <a:effectLst/>
                <a:latin typeface="Arial" panose="020B0604020202020204" pitchFamily="34" charset="0"/>
              </a:rPr>
              <a:t>→ SQL endpoint → lakehouse</a:t>
            </a:r>
            <a:endParaRPr lang="en-US"/>
          </a:p>
        </p:txBody>
      </p:sp>
      <p:sp>
        <p:nvSpPr>
          <p:cNvPr id="1404" name="Arrow: Up-Down 1403">
            <a:extLst>
              <a:ext uri="{FF2B5EF4-FFF2-40B4-BE49-F238E27FC236}">
                <a16:creationId xmlns:a16="http://schemas.microsoft.com/office/drawing/2014/main" id="{53E20F8F-DAFA-D506-AD1B-DD84C873D104}"/>
              </a:ext>
            </a:extLst>
          </p:cNvPr>
          <p:cNvSpPr/>
          <p:nvPr/>
        </p:nvSpPr>
        <p:spPr>
          <a:xfrm>
            <a:off x="2130552" y="5038344"/>
            <a:ext cx="292608" cy="365760"/>
          </a:xfrm>
          <a:prstGeom prst="up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22" name="Rectangle 1421">
            <a:extLst>
              <a:ext uri="{FF2B5EF4-FFF2-40B4-BE49-F238E27FC236}">
                <a16:creationId xmlns:a16="http://schemas.microsoft.com/office/drawing/2014/main" id="{A4E821EA-6685-2931-35AB-1B846EE98254}"/>
              </a:ext>
            </a:extLst>
          </p:cNvPr>
          <p:cNvSpPr/>
          <p:nvPr/>
        </p:nvSpPr>
        <p:spPr>
          <a:xfrm>
            <a:off x="4343400" y="2852928"/>
            <a:ext cx="3502152" cy="603504"/>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900" b="1">
                <a:solidFill>
                  <a:srgbClr val="172A3A"/>
                </a:solidFill>
                <a:effectLst/>
                <a:latin typeface="Arial" panose="020B0604020202020204" pitchFamily="34" charset="0"/>
              </a:rPr>
              <a:t>Embedded Power BI</a:t>
            </a:r>
          </a:p>
          <a:p>
            <a:pPr algn="ctr">
              <a:buNone/>
            </a:pPr>
            <a:r>
              <a:rPr lang="en-US" sz="100">
                <a:effectLst/>
              </a:rPr>
              <a:t> </a:t>
            </a:r>
            <a:endParaRPr lang="en-US"/>
          </a:p>
        </p:txBody>
      </p:sp>
      <p:sp>
        <p:nvSpPr>
          <p:cNvPr id="1441" name="Arrow: Up-Down 1440">
            <a:extLst>
              <a:ext uri="{FF2B5EF4-FFF2-40B4-BE49-F238E27FC236}">
                <a16:creationId xmlns:a16="http://schemas.microsoft.com/office/drawing/2014/main" id="{89E7B043-E2D3-4B42-E87B-DFA4CB66B238}"/>
              </a:ext>
            </a:extLst>
          </p:cNvPr>
          <p:cNvSpPr/>
          <p:nvPr/>
        </p:nvSpPr>
        <p:spPr>
          <a:xfrm>
            <a:off x="5925312" y="3529584"/>
            <a:ext cx="292608" cy="365760"/>
          </a:xfrm>
          <a:prstGeom prst="up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2" name="Arrow: Up-Down 1481">
            <a:extLst>
              <a:ext uri="{FF2B5EF4-FFF2-40B4-BE49-F238E27FC236}">
                <a16:creationId xmlns:a16="http://schemas.microsoft.com/office/drawing/2014/main" id="{0D305AE2-CA98-CC5B-6D0F-3083B0513EB0}"/>
              </a:ext>
            </a:extLst>
          </p:cNvPr>
          <p:cNvSpPr/>
          <p:nvPr/>
        </p:nvSpPr>
        <p:spPr>
          <a:xfrm>
            <a:off x="5925312" y="5038344"/>
            <a:ext cx="292608" cy="365760"/>
          </a:xfrm>
          <a:prstGeom prst="up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4" name="Rectangle 1503">
            <a:extLst>
              <a:ext uri="{FF2B5EF4-FFF2-40B4-BE49-F238E27FC236}">
                <a16:creationId xmlns:a16="http://schemas.microsoft.com/office/drawing/2014/main" id="{D4DF0A3E-8E36-A432-84D6-04106A89E46F}"/>
              </a:ext>
            </a:extLst>
          </p:cNvPr>
          <p:cNvSpPr/>
          <p:nvPr/>
        </p:nvSpPr>
        <p:spPr>
          <a:xfrm>
            <a:off x="8138160" y="2852928"/>
            <a:ext cx="3502152" cy="603504"/>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900" b="1">
                <a:solidFill>
                  <a:srgbClr val="172A3A"/>
                </a:solidFill>
                <a:effectLst/>
                <a:latin typeface="Arial" panose="020B0604020202020204" pitchFamily="34" charset="0"/>
              </a:rPr>
              <a:t>Foundry agent chat</a:t>
            </a:r>
          </a:p>
          <a:p>
            <a:pPr algn="ctr">
              <a:buNone/>
            </a:pPr>
            <a:r>
              <a:rPr lang="en-US" sz="100">
                <a:effectLst/>
              </a:rPr>
              <a:t> </a:t>
            </a:r>
            <a:endParaRPr lang="en-US"/>
          </a:p>
        </p:txBody>
      </p:sp>
      <p:sp>
        <p:nvSpPr>
          <p:cNvPr id="1527" name="Arrow: Up-Down 1526">
            <a:extLst>
              <a:ext uri="{FF2B5EF4-FFF2-40B4-BE49-F238E27FC236}">
                <a16:creationId xmlns:a16="http://schemas.microsoft.com/office/drawing/2014/main" id="{18E65E1C-9EA6-0806-BBEC-A4631FFF9FA9}"/>
              </a:ext>
            </a:extLst>
          </p:cNvPr>
          <p:cNvSpPr/>
          <p:nvPr/>
        </p:nvSpPr>
        <p:spPr>
          <a:xfrm>
            <a:off x="9720072" y="3529584"/>
            <a:ext cx="292608" cy="365760"/>
          </a:xfrm>
          <a:prstGeom prst="up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1" name="Rectangle 1550">
            <a:extLst>
              <a:ext uri="{FF2B5EF4-FFF2-40B4-BE49-F238E27FC236}">
                <a16:creationId xmlns:a16="http://schemas.microsoft.com/office/drawing/2014/main" id="{187FCEE6-9388-9A16-9D14-53F2099D2393}"/>
              </a:ext>
            </a:extLst>
          </p:cNvPr>
          <p:cNvSpPr/>
          <p:nvPr/>
        </p:nvSpPr>
        <p:spPr>
          <a:xfrm>
            <a:off x="8138160" y="3968496"/>
            <a:ext cx="3502152" cy="987552"/>
          </a:xfrm>
          <a:prstGeom prst="rect">
            <a:avLst/>
          </a:prstGeom>
          <a:solidFill>
            <a:srgbClr val="E2EEF7"/>
          </a:solidFill>
          <a:ln>
            <a:solidFill>
              <a:srgbClr val="172A3A">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Secure backend → Foundry</a:t>
            </a:r>
          </a:p>
          <a:p>
            <a:pPr algn="ctr">
              <a:buNone/>
            </a:pPr>
            <a:r>
              <a:rPr lang="en-US" sz="1600" b="1">
                <a:solidFill>
                  <a:srgbClr val="172A3A"/>
                </a:solidFill>
                <a:effectLst/>
                <a:latin typeface="Arial" panose="020B0604020202020204" pitchFamily="34" charset="0"/>
              </a:rPr>
              <a:t>→ Fabric Data Agent tool</a:t>
            </a:r>
            <a:endParaRPr lang="en-US"/>
          </a:p>
        </p:txBody>
      </p:sp>
      <p:sp>
        <p:nvSpPr>
          <p:cNvPr id="1576" name="Arrow: Up-Down 1575">
            <a:extLst>
              <a:ext uri="{FF2B5EF4-FFF2-40B4-BE49-F238E27FC236}">
                <a16:creationId xmlns:a16="http://schemas.microsoft.com/office/drawing/2014/main" id="{D63EC570-7C3B-E7E8-2449-5D9BEFF819CB}"/>
              </a:ext>
            </a:extLst>
          </p:cNvPr>
          <p:cNvSpPr/>
          <p:nvPr/>
        </p:nvSpPr>
        <p:spPr>
          <a:xfrm>
            <a:off x="9720072" y="5038344"/>
            <a:ext cx="292608" cy="365760"/>
          </a:xfrm>
          <a:prstGeom prst="upDownArrow">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2" name="Rectangle 1601">
            <a:extLst>
              <a:ext uri="{FF2B5EF4-FFF2-40B4-BE49-F238E27FC236}">
                <a16:creationId xmlns:a16="http://schemas.microsoft.com/office/drawing/2014/main" id="{A3798265-8C6C-0C2B-8353-8F300EF38FB9}"/>
              </a:ext>
            </a:extLst>
          </p:cNvPr>
          <p:cNvSpPr/>
          <p:nvPr/>
        </p:nvSpPr>
        <p:spPr>
          <a:xfrm>
            <a:off x="548640" y="5468112"/>
            <a:ext cx="11091672" cy="448056"/>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Shared governed data: Tokenomics Lakehouse + ML output tables</a:t>
            </a:r>
          </a:p>
          <a:p>
            <a:pPr algn="ctr">
              <a:buNone/>
            </a:pPr>
            <a:r>
              <a:rPr lang="en-US" sz="100">
                <a:effectLst/>
              </a:rPr>
              <a:t> </a:t>
            </a:r>
            <a:endParaRPr lang="en-US"/>
          </a:p>
        </p:txBody>
      </p:sp>
      <p:sp>
        <p:nvSpPr>
          <p:cNvPr id="5682" name="Rectangle 5681">
            <a:extLst>
              <a:ext uri="{FF2B5EF4-FFF2-40B4-BE49-F238E27FC236}">
                <a16:creationId xmlns:a16="http://schemas.microsoft.com/office/drawing/2014/main" id="{044A31F5-0C80-1C65-D272-55A4ACDA7278}"/>
              </a:ext>
            </a:extLst>
          </p:cNvPr>
          <p:cNvSpPr/>
          <p:nvPr/>
        </p:nvSpPr>
        <p:spPr>
          <a:xfrm>
            <a:off x="548640" y="1783080"/>
            <a:ext cx="2286000" cy="731520"/>
          </a:xfrm>
          <a:prstGeom prst="rect">
            <a:avLst/>
          </a:prstGeom>
          <a:solidFill>
            <a:srgbClr val="E2EEF7"/>
          </a:solidFill>
          <a:ln>
            <a:solidFill>
              <a:srgbClr val="E2EEF7">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700" b="1">
                <a:solidFill>
                  <a:srgbClr val="172A3A"/>
                </a:solidFill>
                <a:effectLst/>
                <a:latin typeface="Arial" panose="020B0604020202020204" pitchFamily="34" charset="0"/>
              </a:rPr>
              <a:t>Management</a:t>
            </a:r>
          </a:p>
          <a:p>
            <a:pPr algn="ctr">
              <a:buNone/>
            </a:pPr>
            <a:r>
              <a:rPr lang="en-US" sz="1700" b="1">
                <a:solidFill>
                  <a:srgbClr val="172A3A"/>
                </a:solidFill>
                <a:effectLst/>
                <a:latin typeface="Arial" panose="020B0604020202020204" pitchFamily="34" charset="0"/>
              </a:rPr>
              <a:t>BU leaders</a:t>
            </a:r>
            <a:endParaRPr lang="en-US"/>
          </a:p>
        </p:txBody>
      </p:sp>
      <p:sp>
        <p:nvSpPr>
          <p:cNvPr id="5683" name="Rectangle 5682">
            <a:extLst>
              <a:ext uri="{FF2B5EF4-FFF2-40B4-BE49-F238E27FC236}">
                <a16:creationId xmlns:a16="http://schemas.microsoft.com/office/drawing/2014/main" id="{DCB46A02-5FCB-BA9B-3386-DC8EAD1591D3}"/>
              </a:ext>
            </a:extLst>
          </p:cNvPr>
          <p:cNvSpPr/>
          <p:nvPr/>
        </p:nvSpPr>
        <p:spPr>
          <a:xfrm>
            <a:off x="4343400" y="3968496"/>
            <a:ext cx="3502152" cy="987552"/>
          </a:xfrm>
          <a:prstGeom prst="rect">
            <a:avLst/>
          </a:prstGeom>
          <a:solidFill>
            <a:srgbClr val="E2EEF7"/>
          </a:solidFill>
          <a:ln>
            <a:solidFill>
              <a:srgbClr val="E2EEF7">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Semantic model</a:t>
            </a:r>
          </a:p>
          <a:p>
            <a:pPr algn="ctr">
              <a:buNone/>
            </a:pPr>
            <a:r>
              <a:rPr lang="en-US" sz="1600" b="1">
                <a:solidFill>
                  <a:srgbClr val="172A3A"/>
                </a:solidFill>
                <a:effectLst/>
                <a:latin typeface="Arial" panose="020B0604020202020204" pitchFamily="34" charset="0"/>
              </a:rPr>
              <a:t>DirectQuery to lakehouse</a:t>
            </a:r>
            <a:endParaRPr lang="en-US"/>
          </a:p>
        </p:txBody>
      </p:sp>
    </p:spTree>
    <p:extLst>
      <p:ext uri="{BB962C8B-B14F-4D97-AF65-F5344CB8AC3E}">
        <p14:creationId xmlns:p14="http://schemas.microsoft.com/office/powerpoint/2010/main" val="299155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603" name="Rectangle 1602">
            <a:extLst>
              <a:ext uri="{FF2B5EF4-FFF2-40B4-BE49-F238E27FC236}">
                <a16:creationId xmlns:a16="http://schemas.microsoft.com/office/drawing/2014/main" id="{DDA0D545-BD52-83F4-DBEA-86DACFBBAD76}"/>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5" name="Rectangle 1604">
            <a:extLst>
              <a:ext uri="{FF2B5EF4-FFF2-40B4-BE49-F238E27FC236}">
                <a16:creationId xmlns:a16="http://schemas.microsoft.com/office/drawing/2014/main" id="{C51DEEEC-00C9-AB1E-9306-AEF467D8E8DA}"/>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8" name="Rectangle 1607">
            <a:extLst>
              <a:ext uri="{FF2B5EF4-FFF2-40B4-BE49-F238E27FC236}">
                <a16:creationId xmlns:a16="http://schemas.microsoft.com/office/drawing/2014/main" id="{F29D065D-C398-D2BF-7AD0-4676E7B51386}"/>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2" name="Rectangle 1611">
            <a:extLst>
              <a:ext uri="{FF2B5EF4-FFF2-40B4-BE49-F238E27FC236}">
                <a16:creationId xmlns:a16="http://schemas.microsoft.com/office/drawing/2014/main" id="{D87F2710-71F5-CD65-5D2E-75F430AFE096}"/>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7" name="Rectangle 1616">
            <a:extLst>
              <a:ext uri="{FF2B5EF4-FFF2-40B4-BE49-F238E27FC236}">
                <a16:creationId xmlns:a16="http://schemas.microsoft.com/office/drawing/2014/main" id="{7E690E89-D6CF-46F0-66A4-B007F635D02B}"/>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1623" name="Rectangle 1622">
            <a:extLst>
              <a:ext uri="{FF2B5EF4-FFF2-40B4-BE49-F238E27FC236}">
                <a16:creationId xmlns:a16="http://schemas.microsoft.com/office/drawing/2014/main" id="{FD6A2409-1702-AB9B-4191-037018E4D019}"/>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1630" name="Rectangle 1629">
            <a:extLst>
              <a:ext uri="{FF2B5EF4-FFF2-40B4-BE49-F238E27FC236}">
                <a16:creationId xmlns:a16="http://schemas.microsoft.com/office/drawing/2014/main" id="{56981448-E3C1-F7E0-2429-14F3C8FE9219}"/>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Convert insights into approved actions</a:t>
            </a:r>
          </a:p>
          <a:p>
            <a:pPr algn="l">
              <a:buNone/>
            </a:pPr>
            <a:r>
              <a:rPr lang="en-US" sz="100">
                <a:effectLst/>
              </a:rPr>
              <a:t> </a:t>
            </a:r>
            <a:endParaRPr lang="en-US"/>
          </a:p>
        </p:txBody>
      </p:sp>
      <p:sp>
        <p:nvSpPr>
          <p:cNvPr id="1638" name="Rectangle 1637">
            <a:extLst>
              <a:ext uri="{FF2B5EF4-FFF2-40B4-BE49-F238E27FC236}">
                <a16:creationId xmlns:a16="http://schemas.microsoft.com/office/drawing/2014/main" id="{C89F2768-0AE5-7694-B2AC-65D510776977}"/>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repository-described ML capabilities; proposed decision and approval design.</a:t>
            </a:r>
          </a:p>
          <a:p>
            <a:pPr algn="l">
              <a:buNone/>
            </a:pPr>
            <a:r>
              <a:rPr lang="en-US" sz="100">
                <a:effectLst/>
              </a:rPr>
              <a:t> </a:t>
            </a:r>
            <a:endParaRPr lang="en-US"/>
          </a:p>
        </p:txBody>
      </p:sp>
      <p:sp>
        <p:nvSpPr>
          <p:cNvPr id="1647" name="Rectangle 1646">
            <a:extLst>
              <a:ext uri="{FF2B5EF4-FFF2-40B4-BE49-F238E27FC236}">
                <a16:creationId xmlns:a16="http://schemas.microsoft.com/office/drawing/2014/main" id="{CB8C9F2E-4199-596B-B596-1D1271C91A8F}"/>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1657" name="Rectangle 1656">
            <a:extLst>
              <a:ext uri="{FF2B5EF4-FFF2-40B4-BE49-F238E27FC236}">
                <a16:creationId xmlns:a16="http://schemas.microsoft.com/office/drawing/2014/main" id="{127A8500-9383-1B77-FC21-066EC30DCE65}"/>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07</a:t>
            </a:r>
          </a:p>
          <a:p>
            <a:pPr algn="r">
              <a:buNone/>
            </a:pPr>
            <a:r>
              <a:rPr lang="en-US" sz="100">
                <a:effectLst/>
              </a:rPr>
              <a:t> </a:t>
            </a:r>
            <a:endParaRPr lang="en-US"/>
          </a:p>
        </p:txBody>
      </p:sp>
      <p:sp>
        <p:nvSpPr>
          <p:cNvPr id="1668" name="Rectangle 1667">
            <a:extLst>
              <a:ext uri="{FF2B5EF4-FFF2-40B4-BE49-F238E27FC236}">
                <a16:creationId xmlns:a16="http://schemas.microsoft.com/office/drawing/2014/main" id="{AD38BD73-C091-3C00-B7C4-6BB4FBB42501}"/>
              </a:ext>
            </a:extLst>
          </p:cNvPr>
          <p:cNvSpPr/>
          <p:nvPr/>
        </p:nvSpPr>
        <p:spPr>
          <a:xfrm>
            <a:off x="548640" y="1792224"/>
            <a:ext cx="5422392" cy="166420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80" name="Rectangle 1679">
            <a:extLst>
              <a:ext uri="{FF2B5EF4-FFF2-40B4-BE49-F238E27FC236}">
                <a16:creationId xmlns:a16="http://schemas.microsoft.com/office/drawing/2014/main" id="{4C2332B8-6AE8-7FC8-337A-3A6D19DDCE8D}"/>
              </a:ext>
            </a:extLst>
          </p:cNvPr>
          <p:cNvSpPr/>
          <p:nvPr/>
        </p:nvSpPr>
        <p:spPr>
          <a:xfrm>
            <a:off x="731520" y="1911096"/>
            <a:ext cx="50292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Forecast + budget risk</a:t>
            </a:r>
          </a:p>
          <a:p>
            <a:pPr algn="l">
              <a:buNone/>
            </a:pPr>
            <a:r>
              <a:rPr lang="en-US" sz="100">
                <a:effectLst/>
              </a:rPr>
              <a:t> </a:t>
            </a:r>
            <a:endParaRPr lang="en-US"/>
          </a:p>
        </p:txBody>
      </p:sp>
      <p:sp>
        <p:nvSpPr>
          <p:cNvPr id="1693" name="Rectangle 1692">
            <a:extLst>
              <a:ext uri="{FF2B5EF4-FFF2-40B4-BE49-F238E27FC236}">
                <a16:creationId xmlns:a16="http://schemas.microsoft.com/office/drawing/2014/main" id="{58F7BEFC-EC80-253A-6429-EC06C3915B26}"/>
              </a:ext>
            </a:extLst>
          </p:cNvPr>
          <p:cNvSpPr/>
          <p:nvPr/>
        </p:nvSpPr>
        <p:spPr>
          <a:xfrm>
            <a:off x="731520" y="2359152"/>
            <a:ext cx="50292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Finance sees forecast variance</a:t>
            </a:r>
          </a:p>
          <a:p>
            <a:pPr algn="l">
              <a:buNone/>
            </a:pPr>
            <a:r>
              <a:rPr lang="en-US" sz="100">
                <a:effectLst/>
              </a:rPr>
              <a:t> </a:t>
            </a:r>
            <a:endParaRPr lang="en-US"/>
          </a:p>
        </p:txBody>
      </p:sp>
      <p:sp>
        <p:nvSpPr>
          <p:cNvPr id="1707" name="Rectangle 1706">
            <a:extLst>
              <a:ext uri="{FF2B5EF4-FFF2-40B4-BE49-F238E27FC236}">
                <a16:creationId xmlns:a16="http://schemas.microsoft.com/office/drawing/2014/main" id="{CB01F8FA-4A46-3E49-7CBE-804AFE0B9BE0}"/>
              </a:ext>
            </a:extLst>
          </p:cNvPr>
          <p:cNvSpPr/>
          <p:nvPr/>
        </p:nvSpPr>
        <p:spPr>
          <a:xfrm>
            <a:off x="731520" y="2779776"/>
            <a:ext cx="502920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425666"/>
                </a:solidFill>
                <a:effectLst/>
                <a:latin typeface="Arial" panose="020B0604020202020204" pitchFamily="34" charset="0"/>
              </a:rPr>
              <a:t>Adjust BU envelopes—not quality targets.</a:t>
            </a:r>
          </a:p>
          <a:p>
            <a:pPr algn="l">
              <a:buNone/>
            </a:pPr>
            <a:r>
              <a:rPr lang="en-US" sz="100">
                <a:effectLst/>
              </a:rPr>
              <a:t> </a:t>
            </a:r>
            <a:endParaRPr lang="en-US"/>
          </a:p>
        </p:txBody>
      </p:sp>
      <p:sp>
        <p:nvSpPr>
          <p:cNvPr id="1722" name="Rectangle 1721">
            <a:extLst>
              <a:ext uri="{FF2B5EF4-FFF2-40B4-BE49-F238E27FC236}">
                <a16:creationId xmlns:a16="http://schemas.microsoft.com/office/drawing/2014/main" id="{FE8F2FBE-0542-9324-1A65-3BD68DBC6CB2}"/>
              </a:ext>
            </a:extLst>
          </p:cNvPr>
          <p:cNvSpPr/>
          <p:nvPr/>
        </p:nvSpPr>
        <p:spPr>
          <a:xfrm>
            <a:off x="6217920" y="1792224"/>
            <a:ext cx="5422392" cy="166420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B91B4466-EDD9-0B5D-2B3D-CE4D8A9D9E0B}"/>
              </a:ext>
            </a:extLst>
          </p:cNvPr>
          <p:cNvSpPr/>
          <p:nvPr/>
        </p:nvSpPr>
        <p:spPr>
          <a:xfrm>
            <a:off x="6400800" y="1911096"/>
            <a:ext cx="50292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Efficiency + model selection</a:t>
            </a:r>
          </a:p>
          <a:p>
            <a:pPr algn="l">
              <a:buNone/>
            </a:pPr>
            <a:r>
              <a:rPr lang="en-US" sz="100">
                <a:effectLst/>
              </a:rPr>
              <a:t> </a:t>
            </a:r>
            <a:endParaRPr lang="en-US"/>
          </a:p>
        </p:txBody>
      </p:sp>
      <p:sp>
        <p:nvSpPr>
          <p:cNvPr id="1755" name="Rectangle 1754">
            <a:extLst>
              <a:ext uri="{FF2B5EF4-FFF2-40B4-BE49-F238E27FC236}">
                <a16:creationId xmlns:a16="http://schemas.microsoft.com/office/drawing/2014/main" id="{1F0E7AD8-33ED-AB21-7DF0-B89113D8600F}"/>
              </a:ext>
            </a:extLst>
          </p:cNvPr>
          <p:cNvSpPr/>
          <p:nvPr/>
        </p:nvSpPr>
        <p:spPr>
          <a:xfrm>
            <a:off x="6400800" y="2359152"/>
            <a:ext cx="50292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Owners compare cost per good answer</a:t>
            </a:r>
          </a:p>
          <a:p>
            <a:pPr algn="l">
              <a:buNone/>
            </a:pPr>
            <a:r>
              <a:rPr lang="en-US" sz="100">
                <a:effectLst/>
              </a:rPr>
              <a:t> </a:t>
            </a:r>
            <a:endParaRPr lang="en-US"/>
          </a:p>
        </p:txBody>
      </p:sp>
      <p:sp>
        <p:nvSpPr>
          <p:cNvPr id="1773" name="Rectangle 1772">
            <a:extLst>
              <a:ext uri="{FF2B5EF4-FFF2-40B4-BE49-F238E27FC236}">
                <a16:creationId xmlns:a16="http://schemas.microsoft.com/office/drawing/2014/main" id="{1552D40E-CB91-912B-AAB8-DC327E8D4587}"/>
              </a:ext>
            </a:extLst>
          </p:cNvPr>
          <p:cNvSpPr/>
          <p:nvPr/>
        </p:nvSpPr>
        <p:spPr>
          <a:xfrm>
            <a:off x="6400800" y="2779776"/>
            <a:ext cx="502920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425666"/>
                </a:solidFill>
                <a:effectLst/>
                <a:latin typeface="Arial" panose="020B0604020202020204" pitchFamily="34" charset="0"/>
              </a:rPr>
              <a:t>Test smaller models and cache-safe prompts.</a:t>
            </a:r>
          </a:p>
          <a:p>
            <a:pPr algn="l">
              <a:buNone/>
            </a:pPr>
            <a:r>
              <a:rPr lang="en-US" sz="100">
                <a:effectLst/>
              </a:rPr>
              <a:t> </a:t>
            </a:r>
            <a:endParaRPr lang="en-US"/>
          </a:p>
        </p:txBody>
      </p:sp>
      <p:sp>
        <p:nvSpPr>
          <p:cNvPr id="1792" name="Rectangle 1791">
            <a:extLst>
              <a:ext uri="{FF2B5EF4-FFF2-40B4-BE49-F238E27FC236}">
                <a16:creationId xmlns:a16="http://schemas.microsoft.com/office/drawing/2014/main" id="{D86031A6-FC3F-F5A4-6911-8E9F6ECFEBD5}"/>
              </a:ext>
            </a:extLst>
          </p:cNvPr>
          <p:cNvSpPr/>
          <p:nvPr/>
        </p:nvSpPr>
        <p:spPr>
          <a:xfrm>
            <a:off x="548640" y="3675888"/>
            <a:ext cx="5422392" cy="166420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12" name="Rectangle 1811">
            <a:extLst>
              <a:ext uri="{FF2B5EF4-FFF2-40B4-BE49-F238E27FC236}">
                <a16:creationId xmlns:a16="http://schemas.microsoft.com/office/drawing/2014/main" id="{1952328B-FD4E-08F1-5263-2BF8B26C02FF}"/>
              </a:ext>
            </a:extLst>
          </p:cNvPr>
          <p:cNvSpPr/>
          <p:nvPr/>
        </p:nvSpPr>
        <p:spPr>
          <a:xfrm>
            <a:off x="731520" y="3794760"/>
            <a:ext cx="50292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Anomalies + quota management</a:t>
            </a:r>
          </a:p>
          <a:p>
            <a:pPr algn="l">
              <a:buNone/>
            </a:pPr>
            <a:r>
              <a:rPr lang="en-US" sz="100">
                <a:effectLst/>
              </a:rPr>
              <a:t> </a:t>
            </a:r>
            <a:endParaRPr lang="en-US"/>
          </a:p>
        </p:txBody>
      </p:sp>
      <p:sp>
        <p:nvSpPr>
          <p:cNvPr id="1833" name="Rectangle 1832">
            <a:extLst>
              <a:ext uri="{FF2B5EF4-FFF2-40B4-BE49-F238E27FC236}">
                <a16:creationId xmlns:a16="http://schemas.microsoft.com/office/drawing/2014/main" id="{351AFE22-1866-7D11-BBD9-CA3619DC8972}"/>
              </a:ext>
            </a:extLst>
          </p:cNvPr>
          <p:cNvSpPr/>
          <p:nvPr/>
        </p:nvSpPr>
        <p:spPr>
          <a:xfrm>
            <a:off x="731520" y="4242816"/>
            <a:ext cx="50292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Operations flags anomalies</a:t>
            </a:r>
            <a:endParaRPr lang="en-US"/>
          </a:p>
        </p:txBody>
      </p:sp>
      <p:sp>
        <p:nvSpPr>
          <p:cNvPr id="1855" name="Rectangle 1854">
            <a:extLst>
              <a:ext uri="{FF2B5EF4-FFF2-40B4-BE49-F238E27FC236}">
                <a16:creationId xmlns:a16="http://schemas.microsoft.com/office/drawing/2014/main" id="{7F939A8E-2D3B-61EA-A696-ED4BC0B8E641}"/>
              </a:ext>
            </a:extLst>
          </p:cNvPr>
          <p:cNvSpPr/>
          <p:nvPr/>
        </p:nvSpPr>
        <p:spPr>
          <a:xfrm>
            <a:off x="731520" y="4663440"/>
            <a:ext cx="502920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425666"/>
                </a:solidFill>
                <a:effectLst/>
                <a:latin typeface="Arial" panose="020B0604020202020204" pitchFamily="34" charset="0"/>
              </a:rPr>
              <a:t>Approve caps, alerts or rollback.</a:t>
            </a:r>
          </a:p>
          <a:p>
            <a:pPr algn="l">
              <a:buNone/>
            </a:pPr>
            <a:r>
              <a:rPr lang="en-US" sz="100">
                <a:effectLst/>
              </a:rPr>
              <a:t> </a:t>
            </a:r>
            <a:endParaRPr lang="en-US"/>
          </a:p>
        </p:txBody>
      </p:sp>
      <p:sp>
        <p:nvSpPr>
          <p:cNvPr id="1878" name="Rectangle 1877">
            <a:extLst>
              <a:ext uri="{FF2B5EF4-FFF2-40B4-BE49-F238E27FC236}">
                <a16:creationId xmlns:a16="http://schemas.microsoft.com/office/drawing/2014/main" id="{241671C0-570C-C76E-714F-0A163768B61A}"/>
              </a:ext>
            </a:extLst>
          </p:cNvPr>
          <p:cNvSpPr/>
          <p:nvPr/>
        </p:nvSpPr>
        <p:spPr>
          <a:xfrm>
            <a:off x="6217920" y="3675888"/>
            <a:ext cx="5422392" cy="1664208"/>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02" name="Rectangle 1901">
            <a:extLst>
              <a:ext uri="{FF2B5EF4-FFF2-40B4-BE49-F238E27FC236}">
                <a16:creationId xmlns:a16="http://schemas.microsoft.com/office/drawing/2014/main" id="{1877F429-BFEB-0207-5E2C-2E2176967777}"/>
              </a:ext>
            </a:extLst>
          </p:cNvPr>
          <p:cNvSpPr/>
          <p:nvPr/>
        </p:nvSpPr>
        <p:spPr>
          <a:xfrm>
            <a:off x="6400800" y="3794760"/>
            <a:ext cx="50292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Agent ROI</a:t>
            </a:r>
          </a:p>
          <a:p>
            <a:pPr algn="l">
              <a:buNone/>
            </a:pPr>
            <a:r>
              <a:rPr lang="en-US" sz="100">
                <a:effectLst/>
              </a:rPr>
              <a:t> </a:t>
            </a:r>
            <a:endParaRPr lang="en-US"/>
          </a:p>
        </p:txBody>
      </p:sp>
      <p:sp>
        <p:nvSpPr>
          <p:cNvPr id="1927" name="Rectangle 1926">
            <a:extLst>
              <a:ext uri="{FF2B5EF4-FFF2-40B4-BE49-F238E27FC236}">
                <a16:creationId xmlns:a16="http://schemas.microsoft.com/office/drawing/2014/main" id="{03CA251B-5BF3-DA21-1235-19A614800BC1}"/>
              </a:ext>
            </a:extLst>
          </p:cNvPr>
          <p:cNvSpPr/>
          <p:nvPr/>
        </p:nvSpPr>
        <p:spPr>
          <a:xfrm>
            <a:off x="6400800" y="4242816"/>
            <a:ext cx="50292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Leaders compare value by workload</a:t>
            </a:r>
          </a:p>
          <a:p>
            <a:pPr algn="l">
              <a:buNone/>
            </a:pPr>
            <a:r>
              <a:rPr lang="en-US" sz="100">
                <a:effectLst/>
              </a:rPr>
              <a:t> </a:t>
            </a:r>
            <a:endParaRPr lang="en-US"/>
          </a:p>
        </p:txBody>
      </p:sp>
      <p:sp>
        <p:nvSpPr>
          <p:cNvPr id="1953" name="Rectangle 1952">
            <a:extLst>
              <a:ext uri="{FF2B5EF4-FFF2-40B4-BE49-F238E27FC236}">
                <a16:creationId xmlns:a16="http://schemas.microsoft.com/office/drawing/2014/main" id="{B0E1DBB6-CDD3-46EC-15A7-F57A1D598522}"/>
              </a:ext>
            </a:extLst>
          </p:cNvPr>
          <p:cNvSpPr/>
          <p:nvPr/>
        </p:nvSpPr>
        <p:spPr>
          <a:xfrm>
            <a:off x="6400800" y="4663440"/>
            <a:ext cx="502920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425666"/>
                </a:solidFill>
                <a:effectLst/>
                <a:latin typeface="Arial" panose="020B0604020202020204" pitchFamily="34" charset="0"/>
              </a:rPr>
              <a:t>Fund use cases with proven outcomes.</a:t>
            </a:r>
          </a:p>
          <a:p>
            <a:pPr algn="l">
              <a:buNone/>
            </a:pPr>
            <a:r>
              <a:rPr lang="en-US" sz="100">
                <a:effectLst/>
              </a:rPr>
              <a:t> </a:t>
            </a:r>
            <a:endParaRPr lang="en-US"/>
          </a:p>
        </p:txBody>
      </p:sp>
      <p:sp>
        <p:nvSpPr>
          <p:cNvPr id="4273" name="Rectangle 4272">
            <a:extLst>
              <a:ext uri="{FF2B5EF4-FFF2-40B4-BE49-F238E27FC236}">
                <a16:creationId xmlns:a16="http://schemas.microsoft.com/office/drawing/2014/main" id="{87353ED9-EEAE-9874-6F46-062AF76B0AE7}"/>
              </a:ext>
            </a:extLst>
          </p:cNvPr>
          <p:cNvSpPr/>
          <p:nvPr/>
        </p:nvSpPr>
        <p:spPr>
          <a:xfrm>
            <a:off x="548640" y="5641848"/>
            <a:ext cx="110642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Insight / recommendation / approval / quality test / invoice reconciliation</a:t>
            </a:r>
          </a:p>
          <a:p>
            <a:pPr algn="l">
              <a:buNone/>
            </a:pPr>
            <a:r>
              <a:rPr lang="en-US" sz="100">
                <a:effectLst/>
              </a:rPr>
              <a:t> </a:t>
            </a:r>
            <a:endParaRPr lang="en-US"/>
          </a:p>
        </p:txBody>
      </p:sp>
    </p:spTree>
    <p:extLst>
      <p:ext uri="{BB962C8B-B14F-4D97-AF65-F5344CB8AC3E}">
        <p14:creationId xmlns:p14="http://schemas.microsoft.com/office/powerpoint/2010/main" val="2092286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981" name="Rectangle 1980">
            <a:extLst>
              <a:ext uri="{FF2B5EF4-FFF2-40B4-BE49-F238E27FC236}">
                <a16:creationId xmlns:a16="http://schemas.microsoft.com/office/drawing/2014/main" id="{0F5F44FE-A896-9181-E3F5-8A175ADC5F16}"/>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83" name="Rectangle 1982">
            <a:extLst>
              <a:ext uri="{FF2B5EF4-FFF2-40B4-BE49-F238E27FC236}">
                <a16:creationId xmlns:a16="http://schemas.microsoft.com/office/drawing/2014/main" id="{1BC49B14-9C6B-D784-2E99-0D774231A0C8}"/>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86" name="Rectangle 1985">
            <a:extLst>
              <a:ext uri="{FF2B5EF4-FFF2-40B4-BE49-F238E27FC236}">
                <a16:creationId xmlns:a16="http://schemas.microsoft.com/office/drawing/2014/main" id="{D10D2B13-BD7E-5B20-0236-AB238A8F7D1A}"/>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0" name="Rectangle 1989">
            <a:extLst>
              <a:ext uri="{FF2B5EF4-FFF2-40B4-BE49-F238E27FC236}">
                <a16:creationId xmlns:a16="http://schemas.microsoft.com/office/drawing/2014/main" id="{F48433FE-2F93-B49B-4240-84C0FB07EDC3}"/>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5" name="Rectangle 1994">
            <a:extLst>
              <a:ext uri="{FF2B5EF4-FFF2-40B4-BE49-F238E27FC236}">
                <a16:creationId xmlns:a16="http://schemas.microsoft.com/office/drawing/2014/main" id="{2609A569-5441-3CFD-1D92-3BDE8B6AAC12}"/>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2001" name="Rectangle 2000">
            <a:extLst>
              <a:ext uri="{FF2B5EF4-FFF2-40B4-BE49-F238E27FC236}">
                <a16:creationId xmlns:a16="http://schemas.microsoft.com/office/drawing/2014/main" id="{911A64E9-5FC1-9EF2-BE76-4CB23BD807BD}"/>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2008" name="Rectangle 2007">
            <a:extLst>
              <a:ext uri="{FF2B5EF4-FFF2-40B4-BE49-F238E27FC236}">
                <a16:creationId xmlns:a16="http://schemas.microsoft.com/office/drawing/2014/main" id="{B959B308-0F8E-AD2F-CD23-AB9B2EE03339}"/>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Three levers. One nonoverlapping model.</a:t>
            </a:r>
          </a:p>
          <a:p>
            <a:pPr algn="l">
              <a:buNone/>
            </a:pPr>
            <a:r>
              <a:rPr lang="en-US" sz="100">
                <a:effectLst/>
              </a:rPr>
              <a:t> </a:t>
            </a:r>
            <a:endParaRPr lang="en-US"/>
          </a:p>
        </p:txBody>
      </p:sp>
      <p:sp>
        <p:nvSpPr>
          <p:cNvPr id="2016" name="Rectangle 2015">
            <a:extLst>
              <a:ext uri="{FF2B5EF4-FFF2-40B4-BE49-F238E27FC236}">
                <a16:creationId xmlns:a16="http://schemas.microsoft.com/office/drawing/2014/main" id="{C36867E9-7005-F0D5-1CCD-23AC3E2E6E39}"/>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illustrative sequential savings model; planning baseline $5m/month.</a:t>
            </a:r>
          </a:p>
          <a:p>
            <a:pPr algn="l">
              <a:buNone/>
            </a:pPr>
            <a:r>
              <a:rPr lang="en-US" sz="100">
                <a:effectLst/>
              </a:rPr>
              <a:t> </a:t>
            </a:r>
            <a:endParaRPr lang="en-US"/>
          </a:p>
        </p:txBody>
      </p:sp>
      <p:sp>
        <p:nvSpPr>
          <p:cNvPr id="2025" name="Rectangle 2024">
            <a:extLst>
              <a:ext uri="{FF2B5EF4-FFF2-40B4-BE49-F238E27FC236}">
                <a16:creationId xmlns:a16="http://schemas.microsoft.com/office/drawing/2014/main" id="{CE3021B8-234A-888D-690C-AD8FED14F14C}"/>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2035" name="Rectangle 2034">
            <a:extLst>
              <a:ext uri="{FF2B5EF4-FFF2-40B4-BE49-F238E27FC236}">
                <a16:creationId xmlns:a16="http://schemas.microsoft.com/office/drawing/2014/main" id="{F6DE87E3-446A-A6AC-1E90-82DC6A09EB95}"/>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08</a:t>
            </a:r>
          </a:p>
          <a:p>
            <a:pPr algn="r">
              <a:buNone/>
            </a:pPr>
            <a:r>
              <a:rPr lang="en-US" sz="100">
                <a:effectLst/>
              </a:rPr>
              <a:t> </a:t>
            </a:r>
            <a:endParaRPr lang="en-US"/>
          </a:p>
        </p:txBody>
      </p:sp>
      <p:sp>
        <p:nvSpPr>
          <p:cNvPr id="4123" name="Rectangle 4122">
            <a:extLst>
              <a:ext uri="{FF2B5EF4-FFF2-40B4-BE49-F238E27FC236}">
                <a16:creationId xmlns:a16="http://schemas.microsoft.com/office/drawing/2014/main" id="{AE699E6E-E333-6F47-D8A2-120E478FF86F}"/>
              </a:ext>
            </a:extLst>
          </p:cNvPr>
          <p:cNvSpPr/>
          <p:nvPr/>
        </p:nvSpPr>
        <p:spPr>
          <a:xfrm>
            <a:off x="548640" y="5486400"/>
            <a:ext cx="11091672" cy="41148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2A3A"/>
                </a:solidFill>
                <a:effectLst/>
                <a:latin typeface="Arial" panose="020B0604020202020204" pitchFamily="34" charset="0"/>
              </a:rPr>
              <a:t>Illustrative planning assumptions — not Micron spend, Microsoft pricing quotes, or guaranteed savings</a:t>
            </a:r>
          </a:p>
          <a:p>
            <a:pPr algn="l">
              <a:buNone/>
            </a:pPr>
            <a:r>
              <a:rPr lang="en-US" sz="100">
                <a:effectLst/>
              </a:rPr>
              <a:t> </a:t>
            </a:r>
            <a:endParaRPr lang="en-US"/>
          </a:p>
        </p:txBody>
      </p:sp>
      <p:sp>
        <p:nvSpPr>
          <p:cNvPr id="4351" name="Rectangle 4350">
            <a:extLst>
              <a:ext uri="{FF2B5EF4-FFF2-40B4-BE49-F238E27FC236}">
                <a16:creationId xmlns:a16="http://schemas.microsoft.com/office/drawing/2014/main" id="{F30F4E3E-44A7-811E-DE29-7F48ED85A2E2}"/>
              </a:ext>
            </a:extLst>
          </p:cNvPr>
          <p:cNvSpPr/>
          <p:nvPr/>
        </p:nvSpPr>
        <p:spPr>
          <a:xfrm>
            <a:off x="548640" y="1719072"/>
            <a:ext cx="1088136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Monthly benefit builds sequentially—not 12% + 8% + 5%.</a:t>
            </a:r>
          </a:p>
          <a:p>
            <a:pPr algn="l">
              <a:buNone/>
            </a:pPr>
            <a:r>
              <a:rPr lang="en-US" sz="100">
                <a:effectLst/>
              </a:rPr>
              <a:t> </a:t>
            </a:r>
            <a:endParaRPr lang="en-US"/>
          </a:p>
        </p:txBody>
      </p:sp>
      <p:sp>
        <p:nvSpPr>
          <p:cNvPr id="4373" name="Rectangle 4372">
            <a:extLst>
              <a:ext uri="{FF2B5EF4-FFF2-40B4-BE49-F238E27FC236}">
                <a16:creationId xmlns:a16="http://schemas.microsoft.com/office/drawing/2014/main" id="{3998E510-7839-0575-4981-9E754B51BED0}"/>
              </a:ext>
            </a:extLst>
          </p:cNvPr>
          <p:cNvSpPr/>
          <p:nvPr/>
        </p:nvSpPr>
        <p:spPr>
          <a:xfrm>
            <a:off x="1024128" y="4846320"/>
            <a:ext cx="10012680" cy="10973"/>
          </a:xfrm>
          <a:prstGeom prst="rect">
            <a:avLst/>
          </a:prstGeom>
          <a:solidFill>
            <a:srgbClr val="CBD5DD"/>
          </a:solidFill>
          <a:ln>
            <a:solidFill>
              <a:srgbClr val="CBD5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6" name="Rectangle 4395">
            <a:extLst>
              <a:ext uri="{FF2B5EF4-FFF2-40B4-BE49-F238E27FC236}">
                <a16:creationId xmlns:a16="http://schemas.microsoft.com/office/drawing/2014/main" id="{9B165EEE-CE6D-6F97-58CF-155882122C94}"/>
              </a:ext>
            </a:extLst>
          </p:cNvPr>
          <p:cNvSpPr/>
          <p:nvPr/>
        </p:nvSpPr>
        <p:spPr>
          <a:xfrm>
            <a:off x="530352" y="4681728"/>
            <a:ext cx="4572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0.0</a:t>
            </a:r>
          </a:p>
          <a:p>
            <a:pPr algn="r">
              <a:buNone/>
            </a:pPr>
            <a:r>
              <a:rPr lang="en-US" sz="100">
                <a:effectLst/>
              </a:rPr>
              <a:t> </a:t>
            </a:r>
            <a:endParaRPr lang="en-US"/>
          </a:p>
        </p:txBody>
      </p:sp>
      <p:sp>
        <p:nvSpPr>
          <p:cNvPr id="4420" name="Rectangle 4419">
            <a:extLst>
              <a:ext uri="{FF2B5EF4-FFF2-40B4-BE49-F238E27FC236}">
                <a16:creationId xmlns:a16="http://schemas.microsoft.com/office/drawing/2014/main" id="{EFD4D487-0820-B126-862B-BFF3FE4D1C41}"/>
              </a:ext>
            </a:extLst>
          </p:cNvPr>
          <p:cNvSpPr/>
          <p:nvPr/>
        </p:nvSpPr>
        <p:spPr>
          <a:xfrm>
            <a:off x="1024128" y="4160520"/>
            <a:ext cx="10012680" cy="10973"/>
          </a:xfrm>
          <a:prstGeom prst="rect">
            <a:avLst/>
          </a:prstGeom>
          <a:solidFill>
            <a:srgbClr val="CBD5DD"/>
          </a:solidFill>
          <a:ln>
            <a:solidFill>
              <a:srgbClr val="CBD5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45" name="Rectangle 4444">
            <a:extLst>
              <a:ext uri="{FF2B5EF4-FFF2-40B4-BE49-F238E27FC236}">
                <a16:creationId xmlns:a16="http://schemas.microsoft.com/office/drawing/2014/main" id="{21252C53-B05F-E741-03C6-EFC57869837A}"/>
              </a:ext>
            </a:extLst>
          </p:cNvPr>
          <p:cNvSpPr/>
          <p:nvPr/>
        </p:nvSpPr>
        <p:spPr>
          <a:xfrm>
            <a:off x="530352" y="3995928"/>
            <a:ext cx="4572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0.4</a:t>
            </a:r>
          </a:p>
          <a:p>
            <a:pPr algn="r">
              <a:buNone/>
            </a:pPr>
            <a:r>
              <a:rPr lang="en-US" sz="100">
                <a:effectLst/>
              </a:rPr>
              <a:t> </a:t>
            </a:r>
            <a:endParaRPr lang="en-US"/>
          </a:p>
        </p:txBody>
      </p:sp>
      <p:sp>
        <p:nvSpPr>
          <p:cNvPr id="4471" name="Rectangle 4470">
            <a:extLst>
              <a:ext uri="{FF2B5EF4-FFF2-40B4-BE49-F238E27FC236}">
                <a16:creationId xmlns:a16="http://schemas.microsoft.com/office/drawing/2014/main" id="{ED290168-6D5E-3C51-00E8-D2A1350842A1}"/>
              </a:ext>
            </a:extLst>
          </p:cNvPr>
          <p:cNvSpPr/>
          <p:nvPr/>
        </p:nvSpPr>
        <p:spPr>
          <a:xfrm>
            <a:off x="1024128" y="3474720"/>
            <a:ext cx="10012680" cy="10973"/>
          </a:xfrm>
          <a:prstGeom prst="rect">
            <a:avLst/>
          </a:prstGeom>
          <a:solidFill>
            <a:srgbClr val="CBD5DD"/>
          </a:solidFill>
          <a:ln>
            <a:solidFill>
              <a:srgbClr val="CBD5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98" name="Rectangle 4497">
            <a:extLst>
              <a:ext uri="{FF2B5EF4-FFF2-40B4-BE49-F238E27FC236}">
                <a16:creationId xmlns:a16="http://schemas.microsoft.com/office/drawing/2014/main" id="{C343E840-BEB1-1696-B6B4-49B2F345EC8A}"/>
              </a:ext>
            </a:extLst>
          </p:cNvPr>
          <p:cNvSpPr/>
          <p:nvPr/>
        </p:nvSpPr>
        <p:spPr>
          <a:xfrm>
            <a:off x="530352" y="3310128"/>
            <a:ext cx="4572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0.8</a:t>
            </a:r>
          </a:p>
          <a:p>
            <a:pPr algn="r">
              <a:buNone/>
            </a:pPr>
            <a:r>
              <a:rPr lang="en-US" sz="100">
                <a:effectLst/>
              </a:rPr>
              <a:t> </a:t>
            </a:r>
            <a:endParaRPr lang="en-US"/>
          </a:p>
        </p:txBody>
      </p:sp>
      <p:sp>
        <p:nvSpPr>
          <p:cNvPr id="4526" name="Rectangle 4525">
            <a:extLst>
              <a:ext uri="{FF2B5EF4-FFF2-40B4-BE49-F238E27FC236}">
                <a16:creationId xmlns:a16="http://schemas.microsoft.com/office/drawing/2014/main" id="{6DF9BEEF-98BC-6E6F-4671-8A4DC41B7055}"/>
              </a:ext>
            </a:extLst>
          </p:cNvPr>
          <p:cNvSpPr/>
          <p:nvPr/>
        </p:nvSpPr>
        <p:spPr>
          <a:xfrm>
            <a:off x="1024128" y="2788920"/>
            <a:ext cx="10012680" cy="10973"/>
          </a:xfrm>
          <a:prstGeom prst="rect">
            <a:avLst/>
          </a:prstGeom>
          <a:solidFill>
            <a:srgbClr val="CBD5DD"/>
          </a:solidFill>
          <a:ln>
            <a:solidFill>
              <a:srgbClr val="CBD5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55" name="Rectangle 4554">
            <a:extLst>
              <a:ext uri="{FF2B5EF4-FFF2-40B4-BE49-F238E27FC236}">
                <a16:creationId xmlns:a16="http://schemas.microsoft.com/office/drawing/2014/main" id="{F797F44A-F32D-D164-146F-D8857A7F0185}"/>
              </a:ext>
            </a:extLst>
          </p:cNvPr>
          <p:cNvSpPr/>
          <p:nvPr/>
        </p:nvSpPr>
        <p:spPr>
          <a:xfrm>
            <a:off x="530352" y="2624328"/>
            <a:ext cx="4572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1.2</a:t>
            </a:r>
          </a:p>
          <a:p>
            <a:pPr algn="r">
              <a:buNone/>
            </a:pPr>
            <a:r>
              <a:rPr lang="en-US" sz="100">
                <a:effectLst/>
              </a:rPr>
              <a:t> </a:t>
            </a:r>
            <a:endParaRPr lang="en-US"/>
          </a:p>
        </p:txBody>
      </p:sp>
      <p:sp>
        <p:nvSpPr>
          <p:cNvPr id="4585" name="Rectangle 4584">
            <a:extLst>
              <a:ext uri="{FF2B5EF4-FFF2-40B4-BE49-F238E27FC236}">
                <a16:creationId xmlns:a16="http://schemas.microsoft.com/office/drawing/2014/main" id="{CE654CEF-9133-1B2D-FD5F-FD7D4B74D8C8}"/>
              </a:ext>
            </a:extLst>
          </p:cNvPr>
          <p:cNvSpPr/>
          <p:nvPr/>
        </p:nvSpPr>
        <p:spPr>
          <a:xfrm>
            <a:off x="548640" y="2286000"/>
            <a:ext cx="182880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 / month</a:t>
            </a:r>
          </a:p>
          <a:p>
            <a:pPr algn="l">
              <a:buNone/>
            </a:pPr>
            <a:r>
              <a:rPr lang="en-US" sz="100">
                <a:effectLst/>
              </a:rPr>
              <a:t> </a:t>
            </a:r>
            <a:endParaRPr lang="en-US"/>
          </a:p>
        </p:txBody>
      </p:sp>
      <p:sp>
        <p:nvSpPr>
          <p:cNvPr id="4616" name="Rectangle 4615">
            <a:extLst>
              <a:ext uri="{FF2B5EF4-FFF2-40B4-BE49-F238E27FC236}">
                <a16:creationId xmlns:a16="http://schemas.microsoft.com/office/drawing/2014/main" id="{1E33B68E-B0F3-9D67-A074-4D300D76C152}"/>
              </a:ext>
            </a:extLst>
          </p:cNvPr>
          <p:cNvSpPr/>
          <p:nvPr/>
        </p:nvSpPr>
        <p:spPr>
          <a:xfrm>
            <a:off x="1280160" y="3817620"/>
            <a:ext cx="1298448" cy="1028700"/>
          </a:xfrm>
          <a:prstGeom prst="rect">
            <a:avLst/>
          </a:prstGeom>
          <a:solidFill>
            <a:srgbClr val="7CB5DF"/>
          </a:solidFill>
          <a:ln>
            <a:solidFill>
              <a:srgbClr val="7CB5D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8" name="Rectangle 4647">
            <a:extLst>
              <a:ext uri="{FF2B5EF4-FFF2-40B4-BE49-F238E27FC236}">
                <a16:creationId xmlns:a16="http://schemas.microsoft.com/office/drawing/2014/main" id="{41A9246A-CEEF-3BF0-F782-0618CFF8045A}"/>
              </a:ext>
            </a:extLst>
          </p:cNvPr>
          <p:cNvSpPr/>
          <p:nvPr/>
        </p:nvSpPr>
        <p:spPr>
          <a:xfrm>
            <a:off x="1024128" y="3442716"/>
            <a:ext cx="1810512"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2A3A"/>
                </a:solidFill>
                <a:effectLst/>
                <a:latin typeface="Arial" panose="020B0604020202020204" pitchFamily="34" charset="0"/>
              </a:rPr>
              <a:t>+$600,000</a:t>
            </a:r>
          </a:p>
          <a:p>
            <a:pPr algn="ctr">
              <a:buNone/>
            </a:pPr>
            <a:r>
              <a:rPr lang="en-US" sz="100">
                <a:effectLst/>
              </a:rPr>
              <a:t> </a:t>
            </a:r>
            <a:endParaRPr lang="en-US"/>
          </a:p>
        </p:txBody>
      </p:sp>
      <p:sp>
        <p:nvSpPr>
          <p:cNvPr id="4681" name="Rectangle 4680">
            <a:extLst>
              <a:ext uri="{FF2B5EF4-FFF2-40B4-BE49-F238E27FC236}">
                <a16:creationId xmlns:a16="http://schemas.microsoft.com/office/drawing/2014/main" id="{D79254D8-7F00-DA4F-ACAD-E0CE38EACF79}"/>
              </a:ext>
            </a:extLst>
          </p:cNvPr>
          <p:cNvSpPr/>
          <p:nvPr/>
        </p:nvSpPr>
        <p:spPr>
          <a:xfrm>
            <a:off x="1024128" y="4882896"/>
            <a:ext cx="181051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425666"/>
                </a:solidFill>
                <a:effectLst/>
                <a:latin typeface="Arial" panose="020B0604020202020204" pitchFamily="34" charset="0"/>
              </a:rPr>
              <a:t>Model</a:t>
            </a:r>
          </a:p>
          <a:p>
            <a:pPr algn="ctr">
              <a:buNone/>
            </a:pPr>
            <a:r>
              <a:rPr lang="en-US" sz="1400">
                <a:solidFill>
                  <a:srgbClr val="425666"/>
                </a:solidFill>
                <a:effectLst/>
                <a:latin typeface="Arial" panose="020B0604020202020204" pitchFamily="34" charset="0"/>
              </a:rPr>
              <a:t>rightsizing</a:t>
            </a:r>
            <a:endParaRPr lang="en-US"/>
          </a:p>
        </p:txBody>
      </p:sp>
      <p:sp>
        <p:nvSpPr>
          <p:cNvPr id="4715" name="Rectangle 4714">
            <a:extLst>
              <a:ext uri="{FF2B5EF4-FFF2-40B4-BE49-F238E27FC236}">
                <a16:creationId xmlns:a16="http://schemas.microsoft.com/office/drawing/2014/main" id="{EEC654A8-19AC-1BC0-39DE-6C5C79CEA1F8}"/>
              </a:ext>
            </a:extLst>
          </p:cNvPr>
          <p:cNvSpPr/>
          <p:nvPr/>
        </p:nvSpPr>
        <p:spPr>
          <a:xfrm>
            <a:off x="3273552" y="3214116"/>
            <a:ext cx="1298448" cy="603504"/>
          </a:xfrm>
          <a:prstGeom prst="rect">
            <a:avLst/>
          </a:prstGeom>
          <a:solidFill>
            <a:srgbClr val="7CB5DF"/>
          </a:solidFill>
          <a:ln>
            <a:solidFill>
              <a:srgbClr val="7CB5D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0" name="Rectangle 4749">
            <a:extLst>
              <a:ext uri="{FF2B5EF4-FFF2-40B4-BE49-F238E27FC236}">
                <a16:creationId xmlns:a16="http://schemas.microsoft.com/office/drawing/2014/main" id="{E34DEC9F-08CB-D6D9-105C-4CB4282502F6}"/>
              </a:ext>
            </a:extLst>
          </p:cNvPr>
          <p:cNvSpPr/>
          <p:nvPr/>
        </p:nvSpPr>
        <p:spPr>
          <a:xfrm>
            <a:off x="3017520" y="2839212"/>
            <a:ext cx="1810512"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2A3A"/>
                </a:solidFill>
                <a:effectLst/>
                <a:latin typeface="Arial" panose="020B0604020202020204" pitchFamily="34" charset="0"/>
              </a:rPr>
              <a:t>+$352,000</a:t>
            </a:r>
          </a:p>
          <a:p>
            <a:pPr algn="ctr">
              <a:buNone/>
            </a:pPr>
            <a:r>
              <a:rPr lang="en-US" sz="100">
                <a:effectLst/>
              </a:rPr>
              <a:t> </a:t>
            </a:r>
            <a:endParaRPr lang="en-US"/>
          </a:p>
        </p:txBody>
      </p:sp>
      <p:sp>
        <p:nvSpPr>
          <p:cNvPr id="4786" name="Rectangle 4785">
            <a:extLst>
              <a:ext uri="{FF2B5EF4-FFF2-40B4-BE49-F238E27FC236}">
                <a16:creationId xmlns:a16="http://schemas.microsoft.com/office/drawing/2014/main" id="{195767E6-AEF9-A511-2105-50AC8B4DDE72}"/>
              </a:ext>
            </a:extLst>
          </p:cNvPr>
          <p:cNvSpPr/>
          <p:nvPr/>
        </p:nvSpPr>
        <p:spPr>
          <a:xfrm>
            <a:off x="3017520" y="4882896"/>
            <a:ext cx="181051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425666"/>
                </a:solidFill>
                <a:effectLst/>
                <a:latin typeface="Arial" panose="020B0604020202020204" pitchFamily="34" charset="0"/>
              </a:rPr>
              <a:t>Prompt / cache</a:t>
            </a:r>
          </a:p>
          <a:p>
            <a:pPr algn="ctr">
              <a:buNone/>
            </a:pPr>
            <a:r>
              <a:rPr lang="en-US" sz="1400">
                <a:solidFill>
                  <a:srgbClr val="425666"/>
                </a:solidFill>
                <a:effectLst/>
                <a:latin typeface="Arial" panose="020B0604020202020204" pitchFamily="34" charset="0"/>
              </a:rPr>
              <a:t>efficiency</a:t>
            </a:r>
            <a:endParaRPr lang="en-US"/>
          </a:p>
        </p:txBody>
      </p:sp>
      <p:sp>
        <p:nvSpPr>
          <p:cNvPr id="4823" name="Rectangle 4822">
            <a:extLst>
              <a:ext uri="{FF2B5EF4-FFF2-40B4-BE49-F238E27FC236}">
                <a16:creationId xmlns:a16="http://schemas.microsoft.com/office/drawing/2014/main" id="{0F1F8676-4AB6-FC21-58B7-3DB32BA99888}"/>
              </a:ext>
            </a:extLst>
          </p:cNvPr>
          <p:cNvSpPr/>
          <p:nvPr/>
        </p:nvSpPr>
        <p:spPr>
          <a:xfrm>
            <a:off x="5266944" y="2867101"/>
            <a:ext cx="1298448" cy="347015"/>
          </a:xfrm>
          <a:prstGeom prst="rect">
            <a:avLst/>
          </a:prstGeom>
          <a:solidFill>
            <a:srgbClr val="7CB5DF"/>
          </a:solidFill>
          <a:ln>
            <a:solidFill>
              <a:srgbClr val="7CB5D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61" name="Rectangle 4860">
            <a:extLst>
              <a:ext uri="{FF2B5EF4-FFF2-40B4-BE49-F238E27FC236}">
                <a16:creationId xmlns:a16="http://schemas.microsoft.com/office/drawing/2014/main" id="{222DD587-B2E9-9716-B7FE-CC52FE34DB21}"/>
              </a:ext>
            </a:extLst>
          </p:cNvPr>
          <p:cNvSpPr/>
          <p:nvPr/>
        </p:nvSpPr>
        <p:spPr>
          <a:xfrm>
            <a:off x="5010912" y="2492197"/>
            <a:ext cx="1810512"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2A3A"/>
                </a:solidFill>
                <a:effectLst/>
                <a:latin typeface="Arial" panose="020B0604020202020204" pitchFamily="34" charset="0"/>
              </a:rPr>
              <a:t>+$202,400</a:t>
            </a:r>
          </a:p>
          <a:p>
            <a:pPr algn="ctr">
              <a:buNone/>
            </a:pPr>
            <a:r>
              <a:rPr lang="en-US" sz="100">
                <a:effectLst/>
              </a:rPr>
              <a:t> </a:t>
            </a:r>
            <a:endParaRPr lang="en-US"/>
          </a:p>
        </p:txBody>
      </p:sp>
      <p:sp>
        <p:nvSpPr>
          <p:cNvPr id="4900" name="Rectangle 4899">
            <a:extLst>
              <a:ext uri="{FF2B5EF4-FFF2-40B4-BE49-F238E27FC236}">
                <a16:creationId xmlns:a16="http://schemas.microsoft.com/office/drawing/2014/main" id="{8B2CEEF5-9DC7-CA49-473D-F7F3B0AB7FB7}"/>
              </a:ext>
            </a:extLst>
          </p:cNvPr>
          <p:cNvSpPr/>
          <p:nvPr/>
        </p:nvSpPr>
        <p:spPr>
          <a:xfrm>
            <a:off x="5010912" y="4882896"/>
            <a:ext cx="181051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425666"/>
                </a:solidFill>
                <a:effectLst/>
                <a:latin typeface="Arial" panose="020B0604020202020204" pitchFamily="34" charset="0"/>
              </a:rPr>
              <a:t>Anomaly /</a:t>
            </a:r>
          </a:p>
          <a:p>
            <a:pPr algn="ctr">
              <a:buNone/>
            </a:pPr>
            <a:r>
              <a:rPr lang="en-US" sz="1400">
                <a:solidFill>
                  <a:srgbClr val="425666"/>
                </a:solidFill>
                <a:effectLst/>
                <a:latin typeface="Arial" panose="020B0604020202020204" pitchFamily="34" charset="0"/>
              </a:rPr>
              <a:t>waste</a:t>
            </a:r>
            <a:endParaRPr lang="en-US"/>
          </a:p>
        </p:txBody>
      </p:sp>
      <p:sp>
        <p:nvSpPr>
          <p:cNvPr id="4940" name="Rectangle 4939">
            <a:extLst>
              <a:ext uri="{FF2B5EF4-FFF2-40B4-BE49-F238E27FC236}">
                <a16:creationId xmlns:a16="http://schemas.microsoft.com/office/drawing/2014/main" id="{D7831175-B452-9E60-5B0B-0CDCB25891BD}"/>
              </a:ext>
            </a:extLst>
          </p:cNvPr>
          <p:cNvSpPr/>
          <p:nvPr/>
        </p:nvSpPr>
        <p:spPr>
          <a:xfrm>
            <a:off x="7260336" y="2867101"/>
            <a:ext cx="1298448" cy="171450"/>
          </a:xfrm>
          <a:prstGeom prst="rect">
            <a:avLst/>
          </a:prstGeom>
          <a:solidFill>
            <a:srgbClr val="6C8293"/>
          </a:solidFill>
          <a:ln>
            <a:solidFill>
              <a:srgbClr val="6C8293"/>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81" name="Rectangle 4980">
            <a:extLst>
              <a:ext uri="{FF2B5EF4-FFF2-40B4-BE49-F238E27FC236}">
                <a16:creationId xmlns:a16="http://schemas.microsoft.com/office/drawing/2014/main" id="{27B83B41-7DAC-FEF6-4A14-1915646E321B}"/>
              </a:ext>
            </a:extLst>
          </p:cNvPr>
          <p:cNvSpPr/>
          <p:nvPr/>
        </p:nvSpPr>
        <p:spPr>
          <a:xfrm>
            <a:off x="7004304" y="2492197"/>
            <a:ext cx="1810512"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2A3A"/>
                </a:solidFill>
                <a:effectLst/>
                <a:latin typeface="Arial" panose="020B0604020202020204" pitchFamily="34" charset="0"/>
              </a:rPr>
              <a:t>−$100,000</a:t>
            </a:r>
          </a:p>
          <a:p>
            <a:pPr algn="ctr">
              <a:buNone/>
            </a:pPr>
            <a:r>
              <a:rPr lang="en-US" sz="100">
                <a:effectLst/>
              </a:rPr>
              <a:t> </a:t>
            </a:r>
            <a:endParaRPr lang="en-US"/>
          </a:p>
        </p:txBody>
      </p:sp>
      <p:sp>
        <p:nvSpPr>
          <p:cNvPr id="5023" name="Rectangle 5022">
            <a:extLst>
              <a:ext uri="{FF2B5EF4-FFF2-40B4-BE49-F238E27FC236}">
                <a16:creationId xmlns:a16="http://schemas.microsoft.com/office/drawing/2014/main" id="{BAE02FCF-2E16-966D-BC62-4D99BDA77FAE}"/>
              </a:ext>
            </a:extLst>
          </p:cNvPr>
          <p:cNvSpPr/>
          <p:nvPr/>
        </p:nvSpPr>
        <p:spPr>
          <a:xfrm>
            <a:off x="7004304" y="4882896"/>
            <a:ext cx="181051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425666"/>
                </a:solidFill>
                <a:effectLst/>
                <a:latin typeface="Arial" panose="020B0604020202020204" pitchFamily="34" charset="0"/>
              </a:rPr>
              <a:t>Platform</a:t>
            </a:r>
          </a:p>
          <a:p>
            <a:pPr algn="ctr">
              <a:buNone/>
            </a:pPr>
            <a:r>
              <a:rPr lang="en-US" sz="1400">
                <a:solidFill>
                  <a:srgbClr val="425666"/>
                </a:solidFill>
                <a:effectLst/>
                <a:latin typeface="Arial" panose="020B0604020202020204" pitchFamily="34" charset="0"/>
              </a:rPr>
              <a:t>operations</a:t>
            </a:r>
            <a:endParaRPr lang="en-US"/>
          </a:p>
        </p:txBody>
      </p:sp>
      <p:sp>
        <p:nvSpPr>
          <p:cNvPr id="5066" name="Rectangle 5065">
            <a:extLst>
              <a:ext uri="{FF2B5EF4-FFF2-40B4-BE49-F238E27FC236}">
                <a16:creationId xmlns:a16="http://schemas.microsoft.com/office/drawing/2014/main" id="{D686A00B-DE90-9536-E585-1567C70756DE}"/>
              </a:ext>
            </a:extLst>
          </p:cNvPr>
          <p:cNvSpPr/>
          <p:nvPr/>
        </p:nvSpPr>
        <p:spPr>
          <a:xfrm>
            <a:off x="9253728" y="3038551"/>
            <a:ext cx="1298448" cy="1807769"/>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10" name="Rectangle 5109">
            <a:extLst>
              <a:ext uri="{FF2B5EF4-FFF2-40B4-BE49-F238E27FC236}">
                <a16:creationId xmlns:a16="http://schemas.microsoft.com/office/drawing/2014/main" id="{95DC26B5-C2DD-A918-CE53-F7952583A3BD}"/>
              </a:ext>
            </a:extLst>
          </p:cNvPr>
          <p:cNvSpPr/>
          <p:nvPr/>
        </p:nvSpPr>
        <p:spPr>
          <a:xfrm>
            <a:off x="8997696" y="2404872"/>
            <a:ext cx="1810512"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2A3A"/>
                </a:solidFill>
                <a:effectLst/>
                <a:latin typeface="Arial" panose="020B0604020202020204" pitchFamily="34" charset="0"/>
              </a:rPr>
              <a:t>$1,054,400</a:t>
            </a:r>
          </a:p>
          <a:p>
            <a:pPr algn="ctr">
              <a:buNone/>
            </a:pPr>
            <a:r>
              <a:rPr lang="en-US" sz="100">
                <a:effectLst/>
              </a:rPr>
              <a:t> </a:t>
            </a:r>
            <a:endParaRPr lang="en-US"/>
          </a:p>
        </p:txBody>
      </p:sp>
      <p:sp>
        <p:nvSpPr>
          <p:cNvPr id="5155" name="Rectangle 5154">
            <a:extLst>
              <a:ext uri="{FF2B5EF4-FFF2-40B4-BE49-F238E27FC236}">
                <a16:creationId xmlns:a16="http://schemas.microsoft.com/office/drawing/2014/main" id="{F3971DC1-041B-2D39-B42B-3020E1CEC99F}"/>
              </a:ext>
            </a:extLst>
          </p:cNvPr>
          <p:cNvSpPr/>
          <p:nvPr/>
        </p:nvSpPr>
        <p:spPr>
          <a:xfrm>
            <a:off x="8997696" y="4882896"/>
            <a:ext cx="181051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425666"/>
                </a:solidFill>
                <a:effectLst/>
                <a:latin typeface="Arial" panose="020B0604020202020204" pitchFamily="34" charset="0"/>
              </a:rPr>
              <a:t>Net monthly</a:t>
            </a:r>
          </a:p>
          <a:p>
            <a:pPr algn="ctr">
              <a:buNone/>
            </a:pPr>
            <a:r>
              <a:rPr lang="en-US" sz="1400">
                <a:solidFill>
                  <a:srgbClr val="425666"/>
                </a:solidFill>
                <a:effectLst/>
                <a:latin typeface="Arial" panose="020B0604020202020204" pitchFamily="34" charset="0"/>
              </a:rPr>
              <a:t>benefit</a:t>
            </a:r>
            <a:endParaRPr lang="en-US"/>
          </a:p>
        </p:txBody>
      </p:sp>
    </p:spTree>
    <p:extLst>
      <p:ext uri="{BB962C8B-B14F-4D97-AF65-F5344CB8AC3E}">
        <p14:creationId xmlns:p14="http://schemas.microsoft.com/office/powerpoint/2010/main" val="299437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2647" name="Rectangle 2646">
            <a:extLst>
              <a:ext uri="{FF2B5EF4-FFF2-40B4-BE49-F238E27FC236}">
                <a16:creationId xmlns:a16="http://schemas.microsoft.com/office/drawing/2014/main" id="{19E7C8E9-FEFB-64EF-0BD2-EB6ED697226C}"/>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9" name="Rectangle 2648">
            <a:extLst>
              <a:ext uri="{FF2B5EF4-FFF2-40B4-BE49-F238E27FC236}">
                <a16:creationId xmlns:a16="http://schemas.microsoft.com/office/drawing/2014/main" id="{F7486D9F-A512-D143-101C-CDD1515232C1}"/>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2" name="Rectangle 2651">
            <a:extLst>
              <a:ext uri="{FF2B5EF4-FFF2-40B4-BE49-F238E27FC236}">
                <a16:creationId xmlns:a16="http://schemas.microsoft.com/office/drawing/2014/main" id="{B876533A-1EC8-2048-2E24-34BA07889085}"/>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6" name="Rectangle 2655">
            <a:extLst>
              <a:ext uri="{FF2B5EF4-FFF2-40B4-BE49-F238E27FC236}">
                <a16:creationId xmlns:a16="http://schemas.microsoft.com/office/drawing/2014/main" id="{3B25F068-02EA-BE54-EFD7-AC1BC22758B7}"/>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1" name="Rectangle 2660">
            <a:extLst>
              <a:ext uri="{FF2B5EF4-FFF2-40B4-BE49-F238E27FC236}">
                <a16:creationId xmlns:a16="http://schemas.microsoft.com/office/drawing/2014/main" id="{E26629D5-4C17-DFC5-0065-2A5E0DA9FE7D}"/>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2667" name="Rectangle 2666">
            <a:extLst>
              <a:ext uri="{FF2B5EF4-FFF2-40B4-BE49-F238E27FC236}">
                <a16:creationId xmlns:a16="http://schemas.microsoft.com/office/drawing/2014/main" id="{057E1235-6927-8484-CFF7-02BB2E013D48}"/>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2674" name="Rectangle 2673">
            <a:extLst>
              <a:ext uri="{FF2B5EF4-FFF2-40B4-BE49-F238E27FC236}">
                <a16:creationId xmlns:a16="http://schemas.microsoft.com/office/drawing/2014/main" id="{301FD043-9F79-5CAD-A253-78F565CAE0DD}"/>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Monthly value scales with AI consumption</a:t>
            </a:r>
          </a:p>
          <a:p>
            <a:pPr algn="l">
              <a:buNone/>
            </a:pPr>
            <a:r>
              <a:rPr lang="en-US" sz="100">
                <a:effectLst/>
              </a:rPr>
              <a:t> </a:t>
            </a:r>
            <a:endParaRPr lang="en-US"/>
          </a:p>
        </p:txBody>
      </p:sp>
      <p:sp>
        <p:nvSpPr>
          <p:cNvPr id="2682" name="Rectangle 2681">
            <a:extLst>
              <a:ext uri="{FF2B5EF4-FFF2-40B4-BE49-F238E27FC236}">
                <a16:creationId xmlns:a16="http://schemas.microsoft.com/office/drawing/2014/main" id="{9B922589-487B-848F-61B8-85CE3534E13F}"/>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illustrative model. Equal optimization rates; varying spend and platform costs.</a:t>
            </a:r>
          </a:p>
          <a:p>
            <a:pPr algn="l">
              <a:buNone/>
            </a:pPr>
            <a:r>
              <a:rPr lang="en-US" sz="100">
                <a:effectLst/>
              </a:rPr>
              <a:t> </a:t>
            </a:r>
            <a:endParaRPr lang="en-US"/>
          </a:p>
        </p:txBody>
      </p:sp>
      <p:sp>
        <p:nvSpPr>
          <p:cNvPr id="2691" name="Rectangle 2690">
            <a:extLst>
              <a:ext uri="{FF2B5EF4-FFF2-40B4-BE49-F238E27FC236}">
                <a16:creationId xmlns:a16="http://schemas.microsoft.com/office/drawing/2014/main" id="{9F8F9AAB-FD09-0FA3-0B0B-7572B6707B16}"/>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2701" name="Rectangle 2700">
            <a:extLst>
              <a:ext uri="{FF2B5EF4-FFF2-40B4-BE49-F238E27FC236}">
                <a16:creationId xmlns:a16="http://schemas.microsoft.com/office/drawing/2014/main" id="{6B7E9A5C-135E-47B0-B250-CBEFE6B992B1}"/>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09</a:t>
            </a:r>
          </a:p>
          <a:p>
            <a:pPr algn="r">
              <a:buNone/>
            </a:pPr>
            <a:r>
              <a:rPr lang="en-US" sz="100">
                <a:effectLst/>
              </a:rPr>
              <a:t> </a:t>
            </a:r>
            <a:endParaRPr lang="en-US"/>
          </a:p>
        </p:txBody>
      </p:sp>
      <p:sp>
        <p:nvSpPr>
          <p:cNvPr id="2712" name="Rectangle 2711">
            <a:extLst>
              <a:ext uri="{FF2B5EF4-FFF2-40B4-BE49-F238E27FC236}">
                <a16:creationId xmlns:a16="http://schemas.microsoft.com/office/drawing/2014/main" id="{8E414FE0-61A2-5599-2258-9BD4599BABCE}"/>
              </a:ext>
            </a:extLst>
          </p:cNvPr>
          <p:cNvSpPr/>
          <p:nvPr/>
        </p:nvSpPr>
        <p:spPr>
          <a:xfrm>
            <a:off x="548640" y="5120640"/>
            <a:ext cx="110642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2A3A"/>
                </a:solidFill>
                <a:effectLst/>
                <a:latin typeface="Arial" panose="020B0604020202020204" pitchFamily="34" charset="0"/>
              </a:rPr>
              <a:t>Net/month: $180,880  •  $1,054,400  •  $2,158,800</a:t>
            </a:r>
          </a:p>
          <a:p>
            <a:pPr algn="l">
              <a:buNone/>
            </a:pPr>
            <a:r>
              <a:rPr lang="en-US" sz="100">
                <a:effectLst/>
              </a:rPr>
              <a:t> </a:t>
            </a:r>
            <a:endParaRPr lang="en-US"/>
          </a:p>
        </p:txBody>
      </p:sp>
      <p:sp>
        <p:nvSpPr>
          <p:cNvPr id="4126" name="Rectangle 4125">
            <a:extLst>
              <a:ext uri="{FF2B5EF4-FFF2-40B4-BE49-F238E27FC236}">
                <a16:creationId xmlns:a16="http://schemas.microsoft.com/office/drawing/2014/main" id="{2F615A90-1EBD-88B5-C57D-CD0348C6B7F9}"/>
              </a:ext>
            </a:extLst>
          </p:cNvPr>
          <p:cNvSpPr/>
          <p:nvPr/>
        </p:nvSpPr>
        <p:spPr>
          <a:xfrm>
            <a:off x="548640" y="5486400"/>
            <a:ext cx="11091672" cy="41148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2A3A"/>
                </a:solidFill>
                <a:effectLst/>
                <a:latin typeface="Arial" panose="020B0604020202020204" pitchFamily="34" charset="0"/>
              </a:rPr>
              <a:t>Illustrative planning assumptions — not Micron spend, Microsoft pricing quotes, or guaranteed savings</a:t>
            </a:r>
          </a:p>
          <a:p>
            <a:pPr algn="l">
              <a:buNone/>
            </a:pPr>
            <a:r>
              <a:rPr lang="en-US" sz="100">
                <a:effectLst/>
              </a:rPr>
              <a:t> </a:t>
            </a:r>
            <a:endParaRPr lang="en-US"/>
          </a:p>
        </p:txBody>
      </p:sp>
      <p:sp>
        <p:nvSpPr>
          <p:cNvPr id="5684" name="Rectangle 5683">
            <a:extLst>
              <a:ext uri="{FF2B5EF4-FFF2-40B4-BE49-F238E27FC236}">
                <a16:creationId xmlns:a16="http://schemas.microsoft.com/office/drawing/2014/main" id="{CF50A8C7-1FBD-F089-277E-B49FEC1C529A}"/>
              </a:ext>
            </a:extLst>
          </p:cNvPr>
          <p:cNvSpPr/>
          <p:nvPr/>
        </p:nvSpPr>
        <p:spPr>
          <a:xfrm>
            <a:off x="4160520" y="1746504"/>
            <a:ext cx="3931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900">
                <a:solidFill>
                  <a:srgbClr val="172A3A"/>
                </a:solidFill>
                <a:effectLst/>
                <a:latin typeface="Arial" panose="020B0604020202020204" pitchFamily="34" charset="0"/>
              </a:rPr>
              <a:t>Net benefit ($ millions)</a:t>
            </a:r>
          </a:p>
          <a:p>
            <a:pPr algn="ctr">
              <a:buNone/>
            </a:pPr>
            <a:r>
              <a:rPr lang="en-US" sz="100">
                <a:effectLst/>
              </a:rPr>
              <a:t> </a:t>
            </a:r>
            <a:endParaRPr lang="en-US"/>
          </a:p>
        </p:txBody>
      </p:sp>
      <p:sp>
        <p:nvSpPr>
          <p:cNvPr id="5686" name="Rectangle 5685">
            <a:extLst>
              <a:ext uri="{FF2B5EF4-FFF2-40B4-BE49-F238E27FC236}">
                <a16:creationId xmlns:a16="http://schemas.microsoft.com/office/drawing/2014/main" id="{7959EE01-C2BD-304B-5DF0-C0818CB7D8CB}"/>
              </a:ext>
            </a:extLst>
          </p:cNvPr>
          <p:cNvSpPr/>
          <p:nvPr/>
        </p:nvSpPr>
        <p:spPr>
          <a:xfrm>
            <a:off x="1298448" y="4572000"/>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9" name="Rectangle 5688">
            <a:extLst>
              <a:ext uri="{FF2B5EF4-FFF2-40B4-BE49-F238E27FC236}">
                <a16:creationId xmlns:a16="http://schemas.microsoft.com/office/drawing/2014/main" id="{E8D7393E-1B55-DB17-91D3-DE15EE6D5A40}"/>
              </a:ext>
            </a:extLst>
          </p:cNvPr>
          <p:cNvSpPr/>
          <p:nvPr/>
        </p:nvSpPr>
        <p:spPr>
          <a:xfrm>
            <a:off x="667512" y="4425696"/>
            <a:ext cx="5029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a:t>
            </a:r>
          </a:p>
          <a:p>
            <a:pPr algn="r">
              <a:buNone/>
            </a:pPr>
            <a:r>
              <a:rPr lang="en-US" sz="100">
                <a:effectLst/>
              </a:rPr>
              <a:t> </a:t>
            </a:r>
            <a:endParaRPr lang="en-US"/>
          </a:p>
        </p:txBody>
      </p:sp>
      <p:sp>
        <p:nvSpPr>
          <p:cNvPr id="5693" name="Rectangle 5692">
            <a:extLst>
              <a:ext uri="{FF2B5EF4-FFF2-40B4-BE49-F238E27FC236}">
                <a16:creationId xmlns:a16="http://schemas.microsoft.com/office/drawing/2014/main" id="{F40FC978-1DC6-7A67-6A2B-6C3921D32D2F}"/>
              </a:ext>
            </a:extLst>
          </p:cNvPr>
          <p:cNvSpPr/>
          <p:nvPr/>
        </p:nvSpPr>
        <p:spPr>
          <a:xfrm>
            <a:off x="1298448" y="4136746"/>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8" name="Rectangle 5697">
            <a:extLst>
              <a:ext uri="{FF2B5EF4-FFF2-40B4-BE49-F238E27FC236}">
                <a16:creationId xmlns:a16="http://schemas.microsoft.com/office/drawing/2014/main" id="{8615B166-81F5-625A-7391-D6E3451669EA}"/>
              </a:ext>
            </a:extLst>
          </p:cNvPr>
          <p:cNvSpPr/>
          <p:nvPr/>
        </p:nvSpPr>
        <p:spPr>
          <a:xfrm>
            <a:off x="667512" y="3990442"/>
            <a:ext cx="502920" cy="43525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0.5</a:t>
            </a:r>
          </a:p>
          <a:p>
            <a:pPr algn="r">
              <a:buNone/>
            </a:pPr>
            <a:r>
              <a:rPr lang="en-US" sz="100">
                <a:effectLst/>
              </a:rPr>
              <a:t> </a:t>
            </a:r>
            <a:endParaRPr lang="en-US"/>
          </a:p>
        </p:txBody>
      </p:sp>
      <p:sp>
        <p:nvSpPr>
          <p:cNvPr id="5704" name="Rectangle 5703">
            <a:extLst>
              <a:ext uri="{FF2B5EF4-FFF2-40B4-BE49-F238E27FC236}">
                <a16:creationId xmlns:a16="http://schemas.microsoft.com/office/drawing/2014/main" id="{38E75C1D-7842-55EB-444F-180448D92B91}"/>
              </a:ext>
            </a:extLst>
          </p:cNvPr>
          <p:cNvSpPr/>
          <p:nvPr/>
        </p:nvSpPr>
        <p:spPr>
          <a:xfrm>
            <a:off x="1298448" y="3701491"/>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1" name="Rectangle 5710">
            <a:extLst>
              <a:ext uri="{FF2B5EF4-FFF2-40B4-BE49-F238E27FC236}">
                <a16:creationId xmlns:a16="http://schemas.microsoft.com/office/drawing/2014/main" id="{7A4DFB7B-AFA8-21B7-431B-89E6A36FB718}"/>
              </a:ext>
            </a:extLst>
          </p:cNvPr>
          <p:cNvSpPr/>
          <p:nvPr/>
        </p:nvSpPr>
        <p:spPr>
          <a:xfrm>
            <a:off x="667512" y="3555187"/>
            <a:ext cx="502920" cy="43525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a:t>
            </a:r>
          </a:p>
          <a:p>
            <a:pPr algn="r">
              <a:buNone/>
            </a:pPr>
            <a:r>
              <a:rPr lang="en-US" sz="100">
                <a:effectLst/>
              </a:rPr>
              <a:t> </a:t>
            </a:r>
            <a:endParaRPr lang="en-US"/>
          </a:p>
        </p:txBody>
      </p:sp>
      <p:sp>
        <p:nvSpPr>
          <p:cNvPr id="5719" name="Rectangle 5718">
            <a:extLst>
              <a:ext uri="{FF2B5EF4-FFF2-40B4-BE49-F238E27FC236}">
                <a16:creationId xmlns:a16="http://schemas.microsoft.com/office/drawing/2014/main" id="{73C817D1-54C4-967D-B5C0-895ED236E0F9}"/>
              </a:ext>
            </a:extLst>
          </p:cNvPr>
          <p:cNvSpPr/>
          <p:nvPr/>
        </p:nvSpPr>
        <p:spPr>
          <a:xfrm>
            <a:off x="1298448" y="3266237"/>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8" name="Rectangle 5727">
            <a:extLst>
              <a:ext uri="{FF2B5EF4-FFF2-40B4-BE49-F238E27FC236}">
                <a16:creationId xmlns:a16="http://schemas.microsoft.com/office/drawing/2014/main" id="{D093B732-425C-419F-B225-FCBFD973C1AE}"/>
              </a:ext>
            </a:extLst>
          </p:cNvPr>
          <p:cNvSpPr/>
          <p:nvPr/>
        </p:nvSpPr>
        <p:spPr>
          <a:xfrm>
            <a:off x="667512" y="3119933"/>
            <a:ext cx="502920" cy="43525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1.5</a:t>
            </a:r>
          </a:p>
          <a:p>
            <a:pPr algn="r">
              <a:buNone/>
            </a:pPr>
            <a:r>
              <a:rPr lang="en-US" sz="100">
                <a:effectLst/>
              </a:rPr>
              <a:t> </a:t>
            </a:r>
            <a:endParaRPr lang="en-US"/>
          </a:p>
        </p:txBody>
      </p:sp>
      <p:sp>
        <p:nvSpPr>
          <p:cNvPr id="5738" name="Rectangle 5737">
            <a:extLst>
              <a:ext uri="{FF2B5EF4-FFF2-40B4-BE49-F238E27FC236}">
                <a16:creationId xmlns:a16="http://schemas.microsoft.com/office/drawing/2014/main" id="{A385FC76-474D-E700-DCD4-BB18D2FCB5CB}"/>
              </a:ext>
            </a:extLst>
          </p:cNvPr>
          <p:cNvSpPr/>
          <p:nvPr/>
        </p:nvSpPr>
        <p:spPr>
          <a:xfrm>
            <a:off x="1298448" y="2830982"/>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9" name="Rectangle 5748">
            <a:extLst>
              <a:ext uri="{FF2B5EF4-FFF2-40B4-BE49-F238E27FC236}">
                <a16:creationId xmlns:a16="http://schemas.microsoft.com/office/drawing/2014/main" id="{96DEA5D4-9A16-5E4B-D58F-C4365076BF25}"/>
              </a:ext>
            </a:extLst>
          </p:cNvPr>
          <p:cNvSpPr/>
          <p:nvPr/>
        </p:nvSpPr>
        <p:spPr>
          <a:xfrm>
            <a:off x="667512" y="2684678"/>
            <a:ext cx="502920" cy="43525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2</a:t>
            </a:r>
          </a:p>
          <a:p>
            <a:pPr algn="r">
              <a:buNone/>
            </a:pPr>
            <a:r>
              <a:rPr lang="en-US" sz="100">
                <a:effectLst/>
              </a:rPr>
              <a:t> </a:t>
            </a:r>
            <a:endParaRPr lang="en-US"/>
          </a:p>
        </p:txBody>
      </p:sp>
      <p:sp>
        <p:nvSpPr>
          <p:cNvPr id="5761" name="Rectangle 5760">
            <a:extLst>
              <a:ext uri="{FF2B5EF4-FFF2-40B4-BE49-F238E27FC236}">
                <a16:creationId xmlns:a16="http://schemas.microsoft.com/office/drawing/2014/main" id="{A4C341ED-115A-5E2F-4308-C28388CBA2B5}"/>
              </a:ext>
            </a:extLst>
          </p:cNvPr>
          <p:cNvSpPr/>
          <p:nvPr/>
        </p:nvSpPr>
        <p:spPr>
          <a:xfrm>
            <a:off x="1298448" y="2395728"/>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4" name="Rectangle 5773">
            <a:extLst>
              <a:ext uri="{FF2B5EF4-FFF2-40B4-BE49-F238E27FC236}">
                <a16:creationId xmlns:a16="http://schemas.microsoft.com/office/drawing/2014/main" id="{FE4532C5-48AB-A04F-084F-A12C74B7461F}"/>
              </a:ext>
            </a:extLst>
          </p:cNvPr>
          <p:cNvSpPr/>
          <p:nvPr/>
        </p:nvSpPr>
        <p:spPr>
          <a:xfrm>
            <a:off x="667512" y="2249424"/>
            <a:ext cx="502920" cy="43525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2.5</a:t>
            </a:r>
          </a:p>
          <a:p>
            <a:pPr algn="r">
              <a:buNone/>
            </a:pPr>
            <a:r>
              <a:rPr lang="en-US" sz="100">
                <a:effectLst/>
              </a:rPr>
              <a:t> </a:t>
            </a:r>
            <a:endParaRPr lang="en-US"/>
          </a:p>
        </p:txBody>
      </p:sp>
      <p:sp>
        <p:nvSpPr>
          <p:cNvPr id="5788" name="Rectangle 5787">
            <a:extLst>
              <a:ext uri="{FF2B5EF4-FFF2-40B4-BE49-F238E27FC236}">
                <a16:creationId xmlns:a16="http://schemas.microsoft.com/office/drawing/2014/main" id="{D1D7256B-2E62-CBC2-D944-47DCE66464D3}"/>
              </a:ext>
            </a:extLst>
          </p:cNvPr>
          <p:cNvSpPr/>
          <p:nvPr/>
        </p:nvSpPr>
        <p:spPr>
          <a:xfrm>
            <a:off x="1920240" y="4414542"/>
            <a:ext cx="1572768" cy="157458"/>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3" name="Rectangle 5802">
            <a:extLst>
              <a:ext uri="{FF2B5EF4-FFF2-40B4-BE49-F238E27FC236}">
                <a16:creationId xmlns:a16="http://schemas.microsoft.com/office/drawing/2014/main" id="{B2A4CF1B-D41A-507B-1135-3A0A68F80BE0}"/>
              </a:ext>
            </a:extLst>
          </p:cNvPr>
          <p:cNvSpPr/>
          <p:nvPr/>
        </p:nvSpPr>
        <p:spPr>
          <a:xfrm>
            <a:off x="1545336" y="4030494"/>
            <a:ext cx="2322576"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$180,880</a:t>
            </a:r>
          </a:p>
          <a:p>
            <a:pPr algn="ctr">
              <a:buNone/>
            </a:pPr>
            <a:r>
              <a:rPr lang="en-US" sz="100">
                <a:effectLst/>
              </a:rPr>
              <a:t> </a:t>
            </a:r>
            <a:endParaRPr lang="en-US"/>
          </a:p>
        </p:txBody>
      </p:sp>
      <p:sp>
        <p:nvSpPr>
          <p:cNvPr id="5819" name="Rectangle 5818">
            <a:extLst>
              <a:ext uri="{FF2B5EF4-FFF2-40B4-BE49-F238E27FC236}">
                <a16:creationId xmlns:a16="http://schemas.microsoft.com/office/drawing/2014/main" id="{720B5F57-B1AD-E249-D133-D6E60B74FE4A}"/>
              </a:ext>
            </a:extLst>
          </p:cNvPr>
          <p:cNvSpPr/>
          <p:nvPr/>
        </p:nvSpPr>
        <p:spPr>
          <a:xfrm>
            <a:off x="1545336" y="4636008"/>
            <a:ext cx="2322576"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500">
                <a:solidFill>
                  <a:srgbClr val="425666"/>
                </a:solidFill>
                <a:effectLst/>
                <a:latin typeface="Arial" panose="020B0604020202020204" pitchFamily="34" charset="0"/>
              </a:rPr>
              <a:t>$1m spend/mo</a:t>
            </a:r>
          </a:p>
          <a:p>
            <a:pPr algn="ctr">
              <a:buNone/>
            </a:pPr>
            <a:r>
              <a:rPr lang="en-US" sz="100">
                <a:effectLst/>
              </a:rPr>
              <a:t> </a:t>
            </a:r>
            <a:endParaRPr lang="en-US"/>
          </a:p>
        </p:txBody>
      </p:sp>
      <p:sp>
        <p:nvSpPr>
          <p:cNvPr id="5836" name="Rectangle 5835">
            <a:extLst>
              <a:ext uri="{FF2B5EF4-FFF2-40B4-BE49-F238E27FC236}">
                <a16:creationId xmlns:a16="http://schemas.microsoft.com/office/drawing/2014/main" id="{64F95D38-02A4-7099-ACD0-3D02ECD64971}"/>
              </a:ext>
            </a:extLst>
          </p:cNvPr>
          <p:cNvSpPr/>
          <p:nvPr/>
        </p:nvSpPr>
        <p:spPr>
          <a:xfrm>
            <a:off x="5230368" y="3654136"/>
            <a:ext cx="1572768" cy="917864"/>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4" name="Rectangle 5853">
            <a:extLst>
              <a:ext uri="{FF2B5EF4-FFF2-40B4-BE49-F238E27FC236}">
                <a16:creationId xmlns:a16="http://schemas.microsoft.com/office/drawing/2014/main" id="{9F159116-D6D1-7FC2-34CD-934BB979CABA}"/>
              </a:ext>
            </a:extLst>
          </p:cNvPr>
          <p:cNvSpPr/>
          <p:nvPr/>
        </p:nvSpPr>
        <p:spPr>
          <a:xfrm>
            <a:off x="4855464" y="3270088"/>
            <a:ext cx="2322576"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$1,054,400</a:t>
            </a:r>
          </a:p>
          <a:p>
            <a:pPr algn="ctr">
              <a:buNone/>
            </a:pPr>
            <a:r>
              <a:rPr lang="en-US" sz="100">
                <a:effectLst/>
              </a:rPr>
              <a:t> </a:t>
            </a:r>
            <a:endParaRPr lang="en-US"/>
          </a:p>
        </p:txBody>
      </p:sp>
      <p:sp>
        <p:nvSpPr>
          <p:cNvPr id="5873" name="Rectangle 5872">
            <a:extLst>
              <a:ext uri="{FF2B5EF4-FFF2-40B4-BE49-F238E27FC236}">
                <a16:creationId xmlns:a16="http://schemas.microsoft.com/office/drawing/2014/main" id="{7F5CAA40-A9D8-DAF3-70A4-ED6750771552}"/>
              </a:ext>
            </a:extLst>
          </p:cNvPr>
          <p:cNvSpPr/>
          <p:nvPr/>
        </p:nvSpPr>
        <p:spPr>
          <a:xfrm>
            <a:off x="4855464" y="4636008"/>
            <a:ext cx="2322576"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500">
                <a:solidFill>
                  <a:srgbClr val="425666"/>
                </a:solidFill>
                <a:effectLst/>
                <a:latin typeface="Arial" panose="020B0604020202020204" pitchFamily="34" charset="0"/>
              </a:rPr>
              <a:t>$5m spend/mo</a:t>
            </a:r>
          </a:p>
          <a:p>
            <a:pPr algn="ctr">
              <a:buNone/>
            </a:pPr>
            <a:r>
              <a:rPr lang="en-US" sz="100">
                <a:effectLst/>
              </a:rPr>
              <a:t> </a:t>
            </a:r>
            <a:endParaRPr lang="en-US"/>
          </a:p>
        </p:txBody>
      </p:sp>
      <p:sp>
        <p:nvSpPr>
          <p:cNvPr id="5893" name="Rectangle 5892">
            <a:extLst>
              <a:ext uri="{FF2B5EF4-FFF2-40B4-BE49-F238E27FC236}">
                <a16:creationId xmlns:a16="http://schemas.microsoft.com/office/drawing/2014/main" id="{A5C354EA-7D89-680B-1235-4E934B98D1A3}"/>
              </a:ext>
            </a:extLst>
          </p:cNvPr>
          <p:cNvSpPr/>
          <p:nvPr/>
        </p:nvSpPr>
        <p:spPr>
          <a:xfrm>
            <a:off x="8540496" y="2692746"/>
            <a:ext cx="1572768" cy="1879254"/>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4" name="Rectangle 5913">
            <a:extLst>
              <a:ext uri="{FF2B5EF4-FFF2-40B4-BE49-F238E27FC236}">
                <a16:creationId xmlns:a16="http://schemas.microsoft.com/office/drawing/2014/main" id="{9A491421-A020-9D82-3C65-7E1AA2F54AFF}"/>
              </a:ext>
            </a:extLst>
          </p:cNvPr>
          <p:cNvSpPr/>
          <p:nvPr/>
        </p:nvSpPr>
        <p:spPr>
          <a:xfrm>
            <a:off x="8165592" y="2308698"/>
            <a:ext cx="2322576"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$2,158,800</a:t>
            </a:r>
          </a:p>
          <a:p>
            <a:pPr algn="ctr">
              <a:buNone/>
            </a:pPr>
            <a:r>
              <a:rPr lang="en-US" sz="100">
                <a:effectLst/>
              </a:rPr>
              <a:t> </a:t>
            </a:r>
            <a:endParaRPr lang="en-US"/>
          </a:p>
        </p:txBody>
      </p:sp>
      <p:sp>
        <p:nvSpPr>
          <p:cNvPr id="5936" name="Rectangle 5935">
            <a:extLst>
              <a:ext uri="{FF2B5EF4-FFF2-40B4-BE49-F238E27FC236}">
                <a16:creationId xmlns:a16="http://schemas.microsoft.com/office/drawing/2014/main" id="{146200A1-1D37-1EFC-E9D2-C792C12B9041}"/>
              </a:ext>
            </a:extLst>
          </p:cNvPr>
          <p:cNvSpPr/>
          <p:nvPr/>
        </p:nvSpPr>
        <p:spPr>
          <a:xfrm>
            <a:off x="8165592" y="4636008"/>
            <a:ext cx="2322576"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500">
                <a:solidFill>
                  <a:srgbClr val="425666"/>
                </a:solidFill>
                <a:effectLst/>
                <a:latin typeface="Arial" panose="020B0604020202020204" pitchFamily="34" charset="0"/>
              </a:rPr>
              <a:t>$10m spend/mo</a:t>
            </a:r>
          </a:p>
          <a:p>
            <a:pPr algn="ctr">
              <a:buNone/>
            </a:pPr>
            <a:r>
              <a:rPr lang="en-US" sz="100">
                <a:effectLst/>
              </a:rPr>
              <a:t> </a:t>
            </a:r>
            <a:endParaRPr lang="en-US"/>
          </a:p>
        </p:txBody>
      </p:sp>
      <p:sp>
        <p:nvSpPr>
          <p:cNvPr id="5959" name="Rectangle 5958">
            <a:extLst>
              <a:ext uri="{FF2B5EF4-FFF2-40B4-BE49-F238E27FC236}">
                <a16:creationId xmlns:a16="http://schemas.microsoft.com/office/drawing/2014/main" id="{CAEFA71F-069A-D67F-AFB3-F8D4EC4FDDFD}"/>
              </a:ext>
            </a:extLst>
          </p:cNvPr>
          <p:cNvSpPr/>
          <p:nvPr/>
        </p:nvSpPr>
        <p:spPr>
          <a:xfrm>
            <a:off x="9006840" y="1938528"/>
            <a:ext cx="100584" cy="100584"/>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83" name="Rectangle 5982">
            <a:extLst>
              <a:ext uri="{FF2B5EF4-FFF2-40B4-BE49-F238E27FC236}">
                <a16:creationId xmlns:a16="http://schemas.microsoft.com/office/drawing/2014/main" id="{DAA8A981-A637-53AB-8311-92531C089724}"/>
              </a:ext>
            </a:extLst>
          </p:cNvPr>
          <p:cNvSpPr/>
          <p:nvPr/>
        </p:nvSpPr>
        <p:spPr>
          <a:xfrm>
            <a:off x="9235440" y="1783080"/>
            <a:ext cx="21031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Net benefit ($m)</a:t>
            </a:r>
          </a:p>
          <a:p>
            <a:pPr algn="l">
              <a:buNone/>
            </a:pPr>
            <a:r>
              <a:rPr lang="en-US" sz="100">
                <a:effectLst/>
              </a:rPr>
              <a:t> </a:t>
            </a:r>
            <a:endParaRPr lang="en-US"/>
          </a:p>
        </p:txBody>
      </p:sp>
    </p:spTree>
    <p:extLst>
      <p:ext uri="{BB962C8B-B14F-4D97-AF65-F5344CB8AC3E}">
        <p14:creationId xmlns:p14="http://schemas.microsoft.com/office/powerpoint/2010/main" val="164379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2725" name="Rectangle 2724">
            <a:extLst>
              <a:ext uri="{FF2B5EF4-FFF2-40B4-BE49-F238E27FC236}">
                <a16:creationId xmlns:a16="http://schemas.microsoft.com/office/drawing/2014/main" id="{1F88841B-A807-B40B-DDAD-9F7D549B2F3E}"/>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7" name="Rectangle 2726">
            <a:extLst>
              <a:ext uri="{FF2B5EF4-FFF2-40B4-BE49-F238E27FC236}">
                <a16:creationId xmlns:a16="http://schemas.microsoft.com/office/drawing/2014/main" id="{5ABEBF6C-9FD3-02C6-8751-48436B66A527}"/>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0" name="Rectangle 2729">
            <a:extLst>
              <a:ext uri="{FF2B5EF4-FFF2-40B4-BE49-F238E27FC236}">
                <a16:creationId xmlns:a16="http://schemas.microsoft.com/office/drawing/2014/main" id="{CA853484-3D03-9C3F-8F34-1A42F4FE91DF}"/>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4" name="Rectangle 2733">
            <a:extLst>
              <a:ext uri="{FF2B5EF4-FFF2-40B4-BE49-F238E27FC236}">
                <a16:creationId xmlns:a16="http://schemas.microsoft.com/office/drawing/2014/main" id="{D101C917-9AA4-30EC-85AC-0DA7596C43A6}"/>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9" name="Rectangle 2738">
            <a:extLst>
              <a:ext uri="{FF2B5EF4-FFF2-40B4-BE49-F238E27FC236}">
                <a16:creationId xmlns:a16="http://schemas.microsoft.com/office/drawing/2014/main" id="{872BF856-379E-F25A-A781-250A8D0A0670}"/>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2745" name="Rectangle 2744">
            <a:extLst>
              <a:ext uri="{FF2B5EF4-FFF2-40B4-BE49-F238E27FC236}">
                <a16:creationId xmlns:a16="http://schemas.microsoft.com/office/drawing/2014/main" id="{9F4CF7F1-EF96-EF98-6270-B0E18FC812AC}"/>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2752" name="Rectangle 2751">
            <a:extLst>
              <a:ext uri="{FF2B5EF4-FFF2-40B4-BE49-F238E27FC236}">
                <a16:creationId xmlns:a16="http://schemas.microsoft.com/office/drawing/2014/main" id="{4C6ED85E-3E20-89E4-5FC0-370C042EA5A5}"/>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Annual value is a run-rate</a:t>
            </a:r>
          </a:p>
          <a:p>
            <a:pPr algn="l">
              <a:buNone/>
            </a:pPr>
            <a:r>
              <a:rPr lang="en-US" sz="100">
                <a:effectLst/>
              </a:rPr>
              <a:t> </a:t>
            </a:r>
            <a:endParaRPr lang="en-US"/>
          </a:p>
        </p:txBody>
      </p:sp>
      <p:sp>
        <p:nvSpPr>
          <p:cNvPr id="2760" name="Rectangle 2759">
            <a:extLst>
              <a:ext uri="{FF2B5EF4-FFF2-40B4-BE49-F238E27FC236}">
                <a16:creationId xmlns:a16="http://schemas.microsoft.com/office/drawing/2014/main" id="{B761CDDB-DA02-9D04-1415-B856980A0CA1}"/>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illustrative model. Equal optimization rates; varying spend and platform costs.</a:t>
            </a:r>
          </a:p>
          <a:p>
            <a:pPr algn="l">
              <a:buNone/>
            </a:pPr>
            <a:r>
              <a:rPr lang="en-US" sz="100">
                <a:effectLst/>
              </a:rPr>
              <a:t> </a:t>
            </a:r>
            <a:endParaRPr lang="en-US"/>
          </a:p>
        </p:txBody>
      </p:sp>
      <p:sp>
        <p:nvSpPr>
          <p:cNvPr id="2769" name="Rectangle 2768">
            <a:extLst>
              <a:ext uri="{FF2B5EF4-FFF2-40B4-BE49-F238E27FC236}">
                <a16:creationId xmlns:a16="http://schemas.microsoft.com/office/drawing/2014/main" id="{1D3924B5-875F-A8CA-815D-FFD5B10A6CD1}"/>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2779" name="Rectangle 2778">
            <a:extLst>
              <a:ext uri="{FF2B5EF4-FFF2-40B4-BE49-F238E27FC236}">
                <a16:creationId xmlns:a16="http://schemas.microsoft.com/office/drawing/2014/main" id="{A0AC489B-5B5E-E5FD-8C9D-78334A4400C0}"/>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10</a:t>
            </a:r>
          </a:p>
          <a:p>
            <a:pPr algn="r">
              <a:buNone/>
            </a:pPr>
            <a:r>
              <a:rPr lang="en-US" sz="100">
                <a:effectLst/>
              </a:rPr>
              <a:t> </a:t>
            </a:r>
            <a:endParaRPr lang="en-US"/>
          </a:p>
        </p:txBody>
      </p:sp>
      <p:sp>
        <p:nvSpPr>
          <p:cNvPr id="2790" name="Rectangle 2789">
            <a:extLst>
              <a:ext uri="{FF2B5EF4-FFF2-40B4-BE49-F238E27FC236}">
                <a16:creationId xmlns:a16="http://schemas.microsoft.com/office/drawing/2014/main" id="{11A5D85E-EABE-D175-FF34-867859E830C2}"/>
              </a:ext>
            </a:extLst>
          </p:cNvPr>
          <p:cNvSpPr/>
          <p:nvPr/>
        </p:nvSpPr>
        <p:spPr>
          <a:xfrm>
            <a:off x="548640" y="5120640"/>
            <a:ext cx="110642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2A3A"/>
                </a:solidFill>
                <a:effectLst/>
                <a:latin typeface="Arial" panose="020B0604020202020204" pitchFamily="34" charset="0"/>
              </a:rPr>
              <a:t>Net/year run-rate: $2,170,560  •  $12,652,800  •  $25,905,600</a:t>
            </a:r>
          </a:p>
          <a:p>
            <a:pPr algn="l">
              <a:buNone/>
            </a:pPr>
            <a:r>
              <a:rPr lang="en-US" sz="100">
                <a:effectLst/>
              </a:rPr>
              <a:t> </a:t>
            </a:r>
            <a:endParaRPr lang="en-US"/>
          </a:p>
        </p:txBody>
      </p:sp>
      <p:sp>
        <p:nvSpPr>
          <p:cNvPr id="4130" name="Rectangle 4129">
            <a:extLst>
              <a:ext uri="{FF2B5EF4-FFF2-40B4-BE49-F238E27FC236}">
                <a16:creationId xmlns:a16="http://schemas.microsoft.com/office/drawing/2014/main" id="{763B5A5C-FB6D-40B3-0901-72A6FF1E081E}"/>
              </a:ext>
            </a:extLst>
          </p:cNvPr>
          <p:cNvSpPr/>
          <p:nvPr/>
        </p:nvSpPr>
        <p:spPr>
          <a:xfrm>
            <a:off x="548640" y="5486400"/>
            <a:ext cx="11091672" cy="41148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2A3A"/>
                </a:solidFill>
                <a:effectLst/>
                <a:latin typeface="Arial" panose="020B0604020202020204" pitchFamily="34" charset="0"/>
              </a:rPr>
              <a:t>Illustrative planning assumptions — not Micron spend, Microsoft pricing quotes, or guaranteed savings</a:t>
            </a:r>
          </a:p>
          <a:p>
            <a:pPr algn="l">
              <a:buNone/>
            </a:pPr>
            <a:r>
              <a:rPr lang="en-US" sz="100">
                <a:effectLst/>
              </a:rPr>
              <a:t> </a:t>
            </a:r>
            <a:endParaRPr lang="en-US"/>
          </a:p>
        </p:txBody>
      </p:sp>
      <p:sp>
        <p:nvSpPr>
          <p:cNvPr id="6008" name="Rectangle 6007">
            <a:extLst>
              <a:ext uri="{FF2B5EF4-FFF2-40B4-BE49-F238E27FC236}">
                <a16:creationId xmlns:a16="http://schemas.microsoft.com/office/drawing/2014/main" id="{2484313F-6BEF-D331-FEF7-C7F5162F2171}"/>
              </a:ext>
            </a:extLst>
          </p:cNvPr>
          <p:cNvSpPr/>
          <p:nvPr/>
        </p:nvSpPr>
        <p:spPr>
          <a:xfrm>
            <a:off x="4160520" y="1746504"/>
            <a:ext cx="3931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900">
                <a:solidFill>
                  <a:srgbClr val="172A3A"/>
                </a:solidFill>
                <a:effectLst/>
                <a:latin typeface="Arial" panose="020B0604020202020204" pitchFamily="34" charset="0"/>
              </a:rPr>
              <a:t>Net benefit ($ millions)</a:t>
            </a:r>
          </a:p>
          <a:p>
            <a:pPr algn="ctr">
              <a:buNone/>
            </a:pPr>
            <a:r>
              <a:rPr lang="en-US" sz="100">
                <a:effectLst/>
              </a:rPr>
              <a:t> </a:t>
            </a:r>
            <a:endParaRPr lang="en-US"/>
          </a:p>
        </p:txBody>
      </p:sp>
      <p:sp>
        <p:nvSpPr>
          <p:cNvPr id="6034" name="Rectangle 6033">
            <a:extLst>
              <a:ext uri="{FF2B5EF4-FFF2-40B4-BE49-F238E27FC236}">
                <a16:creationId xmlns:a16="http://schemas.microsoft.com/office/drawing/2014/main" id="{D6C984EA-3D25-217D-82E0-10D5B54FAB03}"/>
              </a:ext>
            </a:extLst>
          </p:cNvPr>
          <p:cNvSpPr/>
          <p:nvPr/>
        </p:nvSpPr>
        <p:spPr>
          <a:xfrm>
            <a:off x="1298448" y="4572000"/>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61" name="Rectangle 6060">
            <a:extLst>
              <a:ext uri="{FF2B5EF4-FFF2-40B4-BE49-F238E27FC236}">
                <a16:creationId xmlns:a16="http://schemas.microsoft.com/office/drawing/2014/main" id="{4E45DE32-7ECF-BCB2-0289-D062E1E42944}"/>
              </a:ext>
            </a:extLst>
          </p:cNvPr>
          <p:cNvSpPr/>
          <p:nvPr/>
        </p:nvSpPr>
        <p:spPr>
          <a:xfrm>
            <a:off x="667512" y="4425696"/>
            <a:ext cx="5029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0</a:t>
            </a:r>
          </a:p>
          <a:p>
            <a:pPr algn="r">
              <a:buNone/>
            </a:pPr>
            <a:r>
              <a:rPr lang="en-US" sz="100">
                <a:effectLst/>
              </a:rPr>
              <a:t> </a:t>
            </a:r>
            <a:endParaRPr lang="en-US"/>
          </a:p>
        </p:txBody>
      </p:sp>
      <p:sp>
        <p:nvSpPr>
          <p:cNvPr id="6089" name="Rectangle 6088">
            <a:extLst>
              <a:ext uri="{FF2B5EF4-FFF2-40B4-BE49-F238E27FC236}">
                <a16:creationId xmlns:a16="http://schemas.microsoft.com/office/drawing/2014/main" id="{C36E3FA4-0F52-0CB9-C6C6-A659110446DF}"/>
              </a:ext>
            </a:extLst>
          </p:cNvPr>
          <p:cNvSpPr/>
          <p:nvPr/>
        </p:nvSpPr>
        <p:spPr>
          <a:xfrm>
            <a:off x="1298448" y="4209288"/>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18" name="Rectangle 6117">
            <a:extLst>
              <a:ext uri="{FF2B5EF4-FFF2-40B4-BE49-F238E27FC236}">
                <a16:creationId xmlns:a16="http://schemas.microsoft.com/office/drawing/2014/main" id="{0E4F4895-B986-44A1-817C-B4C28F1F230E}"/>
              </a:ext>
            </a:extLst>
          </p:cNvPr>
          <p:cNvSpPr/>
          <p:nvPr/>
        </p:nvSpPr>
        <p:spPr>
          <a:xfrm>
            <a:off x="667512" y="4062984"/>
            <a:ext cx="502920" cy="362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5</a:t>
            </a:r>
          </a:p>
          <a:p>
            <a:pPr algn="r">
              <a:buNone/>
            </a:pPr>
            <a:r>
              <a:rPr lang="en-US" sz="100">
                <a:effectLst/>
              </a:rPr>
              <a:t> </a:t>
            </a:r>
            <a:endParaRPr lang="en-US"/>
          </a:p>
        </p:txBody>
      </p:sp>
      <p:sp>
        <p:nvSpPr>
          <p:cNvPr id="6148" name="Rectangle 6147">
            <a:extLst>
              <a:ext uri="{FF2B5EF4-FFF2-40B4-BE49-F238E27FC236}">
                <a16:creationId xmlns:a16="http://schemas.microsoft.com/office/drawing/2014/main" id="{86F76DFC-2546-BD1F-96A7-EAD5E7F54CA7}"/>
              </a:ext>
            </a:extLst>
          </p:cNvPr>
          <p:cNvSpPr/>
          <p:nvPr/>
        </p:nvSpPr>
        <p:spPr>
          <a:xfrm>
            <a:off x="1298448" y="3846576"/>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79" name="Rectangle 6178">
            <a:extLst>
              <a:ext uri="{FF2B5EF4-FFF2-40B4-BE49-F238E27FC236}">
                <a16:creationId xmlns:a16="http://schemas.microsoft.com/office/drawing/2014/main" id="{D987B7AA-C1DC-EBC3-4C75-875AF807D996}"/>
              </a:ext>
            </a:extLst>
          </p:cNvPr>
          <p:cNvSpPr/>
          <p:nvPr/>
        </p:nvSpPr>
        <p:spPr>
          <a:xfrm>
            <a:off x="667512" y="3700272"/>
            <a:ext cx="502920" cy="362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10</a:t>
            </a:r>
          </a:p>
          <a:p>
            <a:pPr algn="r">
              <a:buNone/>
            </a:pPr>
            <a:r>
              <a:rPr lang="en-US" sz="100">
                <a:effectLst/>
              </a:rPr>
              <a:t> </a:t>
            </a:r>
            <a:endParaRPr lang="en-US"/>
          </a:p>
        </p:txBody>
      </p:sp>
      <p:sp>
        <p:nvSpPr>
          <p:cNvPr id="6211" name="Rectangle 6210">
            <a:extLst>
              <a:ext uri="{FF2B5EF4-FFF2-40B4-BE49-F238E27FC236}">
                <a16:creationId xmlns:a16="http://schemas.microsoft.com/office/drawing/2014/main" id="{CCF573E2-EC08-9587-B343-0C7E9D8E2A6A}"/>
              </a:ext>
            </a:extLst>
          </p:cNvPr>
          <p:cNvSpPr/>
          <p:nvPr/>
        </p:nvSpPr>
        <p:spPr>
          <a:xfrm>
            <a:off x="1298448" y="3483864"/>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44" name="Rectangle 6243">
            <a:extLst>
              <a:ext uri="{FF2B5EF4-FFF2-40B4-BE49-F238E27FC236}">
                <a16:creationId xmlns:a16="http://schemas.microsoft.com/office/drawing/2014/main" id="{923D8E59-4232-B0AC-FD9C-280FEF9EDEE6}"/>
              </a:ext>
            </a:extLst>
          </p:cNvPr>
          <p:cNvSpPr/>
          <p:nvPr/>
        </p:nvSpPr>
        <p:spPr>
          <a:xfrm>
            <a:off x="667512" y="3337560"/>
            <a:ext cx="502920" cy="362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15</a:t>
            </a:r>
          </a:p>
          <a:p>
            <a:pPr algn="r">
              <a:buNone/>
            </a:pPr>
            <a:r>
              <a:rPr lang="en-US" sz="100">
                <a:effectLst/>
              </a:rPr>
              <a:t> </a:t>
            </a:r>
            <a:endParaRPr lang="en-US"/>
          </a:p>
        </p:txBody>
      </p:sp>
      <p:sp>
        <p:nvSpPr>
          <p:cNvPr id="6278" name="Rectangle 6277">
            <a:extLst>
              <a:ext uri="{FF2B5EF4-FFF2-40B4-BE49-F238E27FC236}">
                <a16:creationId xmlns:a16="http://schemas.microsoft.com/office/drawing/2014/main" id="{A07EC3BD-7AF1-FBBE-7234-19136BCD82AD}"/>
              </a:ext>
            </a:extLst>
          </p:cNvPr>
          <p:cNvSpPr/>
          <p:nvPr/>
        </p:nvSpPr>
        <p:spPr>
          <a:xfrm>
            <a:off x="1298448" y="3121152"/>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13" name="Rectangle 6312">
            <a:extLst>
              <a:ext uri="{FF2B5EF4-FFF2-40B4-BE49-F238E27FC236}">
                <a16:creationId xmlns:a16="http://schemas.microsoft.com/office/drawing/2014/main" id="{99ABF03A-994F-B13B-E5A5-BE4C92B2C4C6}"/>
              </a:ext>
            </a:extLst>
          </p:cNvPr>
          <p:cNvSpPr/>
          <p:nvPr/>
        </p:nvSpPr>
        <p:spPr>
          <a:xfrm>
            <a:off x="667512" y="2974848"/>
            <a:ext cx="502920" cy="362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20</a:t>
            </a:r>
          </a:p>
          <a:p>
            <a:pPr algn="r">
              <a:buNone/>
            </a:pPr>
            <a:r>
              <a:rPr lang="en-US" sz="100">
                <a:effectLst/>
              </a:rPr>
              <a:t> </a:t>
            </a:r>
            <a:endParaRPr lang="en-US"/>
          </a:p>
        </p:txBody>
      </p:sp>
      <p:sp>
        <p:nvSpPr>
          <p:cNvPr id="6349" name="Rectangle 6348">
            <a:extLst>
              <a:ext uri="{FF2B5EF4-FFF2-40B4-BE49-F238E27FC236}">
                <a16:creationId xmlns:a16="http://schemas.microsoft.com/office/drawing/2014/main" id="{3D3A9AAA-E4D4-DAAB-E8D1-08F39578E96F}"/>
              </a:ext>
            </a:extLst>
          </p:cNvPr>
          <p:cNvSpPr/>
          <p:nvPr/>
        </p:nvSpPr>
        <p:spPr>
          <a:xfrm>
            <a:off x="1298448" y="2758440"/>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6" name="Rectangle 6385">
            <a:extLst>
              <a:ext uri="{FF2B5EF4-FFF2-40B4-BE49-F238E27FC236}">
                <a16:creationId xmlns:a16="http://schemas.microsoft.com/office/drawing/2014/main" id="{4D01111B-B6AA-1A65-BAE5-7F3CE9CC1A62}"/>
              </a:ext>
            </a:extLst>
          </p:cNvPr>
          <p:cNvSpPr/>
          <p:nvPr/>
        </p:nvSpPr>
        <p:spPr>
          <a:xfrm>
            <a:off x="667512" y="2612136"/>
            <a:ext cx="502920" cy="362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25</a:t>
            </a:r>
          </a:p>
          <a:p>
            <a:pPr algn="r">
              <a:buNone/>
            </a:pPr>
            <a:r>
              <a:rPr lang="en-US" sz="100">
                <a:effectLst/>
              </a:rPr>
              <a:t> </a:t>
            </a:r>
            <a:endParaRPr lang="en-US"/>
          </a:p>
        </p:txBody>
      </p:sp>
      <p:sp>
        <p:nvSpPr>
          <p:cNvPr id="6424" name="Rectangle 6423">
            <a:extLst>
              <a:ext uri="{FF2B5EF4-FFF2-40B4-BE49-F238E27FC236}">
                <a16:creationId xmlns:a16="http://schemas.microsoft.com/office/drawing/2014/main" id="{66F1C723-43E3-92A8-84C6-8BF1A7B9E621}"/>
              </a:ext>
            </a:extLst>
          </p:cNvPr>
          <p:cNvSpPr/>
          <p:nvPr/>
        </p:nvSpPr>
        <p:spPr>
          <a:xfrm>
            <a:off x="1298448" y="2395728"/>
            <a:ext cx="9738360" cy="10973"/>
          </a:xfrm>
          <a:prstGeom prst="rect">
            <a:avLst/>
          </a:prstGeom>
          <a:solidFill>
            <a:srgbClr val="CBD5DD"/>
          </a:solidFill>
          <a:ln>
            <a:solidFill>
              <a:srgbClr val="CBD5D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63" name="Rectangle 6462">
            <a:extLst>
              <a:ext uri="{FF2B5EF4-FFF2-40B4-BE49-F238E27FC236}">
                <a16:creationId xmlns:a16="http://schemas.microsoft.com/office/drawing/2014/main" id="{B9115AA4-A909-B1BE-A72F-1BAFDA63EEE1}"/>
              </a:ext>
            </a:extLst>
          </p:cNvPr>
          <p:cNvSpPr/>
          <p:nvPr/>
        </p:nvSpPr>
        <p:spPr>
          <a:xfrm>
            <a:off x="667512" y="2249424"/>
            <a:ext cx="502920" cy="362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30</a:t>
            </a:r>
          </a:p>
          <a:p>
            <a:pPr algn="r">
              <a:buNone/>
            </a:pPr>
            <a:r>
              <a:rPr lang="en-US" sz="100">
                <a:effectLst/>
              </a:rPr>
              <a:t> </a:t>
            </a:r>
            <a:endParaRPr lang="en-US"/>
          </a:p>
        </p:txBody>
      </p:sp>
      <p:sp>
        <p:nvSpPr>
          <p:cNvPr id="6503" name="Rectangle 6502">
            <a:extLst>
              <a:ext uri="{FF2B5EF4-FFF2-40B4-BE49-F238E27FC236}">
                <a16:creationId xmlns:a16="http://schemas.microsoft.com/office/drawing/2014/main" id="{B8994121-ACD5-ACB9-D696-DCE04C81550B}"/>
              </a:ext>
            </a:extLst>
          </p:cNvPr>
          <p:cNvSpPr/>
          <p:nvPr/>
        </p:nvSpPr>
        <p:spPr>
          <a:xfrm>
            <a:off x="1920240" y="4414542"/>
            <a:ext cx="1572768" cy="157458"/>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44" name="Rectangle 6543">
            <a:extLst>
              <a:ext uri="{FF2B5EF4-FFF2-40B4-BE49-F238E27FC236}">
                <a16:creationId xmlns:a16="http://schemas.microsoft.com/office/drawing/2014/main" id="{D3D8AFC5-F6D2-CF63-6B88-3FF8AB754EC4}"/>
              </a:ext>
            </a:extLst>
          </p:cNvPr>
          <p:cNvSpPr/>
          <p:nvPr/>
        </p:nvSpPr>
        <p:spPr>
          <a:xfrm>
            <a:off x="1545336" y="4030494"/>
            <a:ext cx="2322576"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$2,170,560</a:t>
            </a:r>
          </a:p>
          <a:p>
            <a:pPr algn="ctr">
              <a:buNone/>
            </a:pPr>
            <a:r>
              <a:rPr lang="en-US" sz="100">
                <a:effectLst/>
              </a:rPr>
              <a:t> </a:t>
            </a:r>
            <a:endParaRPr lang="en-US"/>
          </a:p>
        </p:txBody>
      </p:sp>
      <p:sp>
        <p:nvSpPr>
          <p:cNvPr id="6586" name="Rectangle 6585">
            <a:extLst>
              <a:ext uri="{FF2B5EF4-FFF2-40B4-BE49-F238E27FC236}">
                <a16:creationId xmlns:a16="http://schemas.microsoft.com/office/drawing/2014/main" id="{A8545554-2B84-832D-63EC-E5F64D75BA4D}"/>
              </a:ext>
            </a:extLst>
          </p:cNvPr>
          <p:cNvSpPr/>
          <p:nvPr/>
        </p:nvSpPr>
        <p:spPr>
          <a:xfrm>
            <a:off x="1545336" y="4636008"/>
            <a:ext cx="2322576"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500">
                <a:solidFill>
                  <a:srgbClr val="425666"/>
                </a:solidFill>
                <a:effectLst/>
                <a:latin typeface="Arial" panose="020B0604020202020204" pitchFamily="34" charset="0"/>
              </a:rPr>
              <a:t>$1m spend/mo</a:t>
            </a:r>
          </a:p>
          <a:p>
            <a:pPr algn="ctr">
              <a:buNone/>
            </a:pPr>
            <a:r>
              <a:rPr lang="en-US" sz="100">
                <a:effectLst/>
              </a:rPr>
              <a:t> </a:t>
            </a:r>
            <a:endParaRPr lang="en-US"/>
          </a:p>
        </p:txBody>
      </p:sp>
      <p:sp>
        <p:nvSpPr>
          <p:cNvPr id="6629" name="Rectangle 6628">
            <a:extLst>
              <a:ext uri="{FF2B5EF4-FFF2-40B4-BE49-F238E27FC236}">
                <a16:creationId xmlns:a16="http://schemas.microsoft.com/office/drawing/2014/main" id="{82A89CDE-F9A7-66BE-D659-C44EAE7A7AC7}"/>
              </a:ext>
            </a:extLst>
          </p:cNvPr>
          <p:cNvSpPr/>
          <p:nvPr/>
        </p:nvSpPr>
        <p:spPr>
          <a:xfrm>
            <a:off x="5230368" y="3654136"/>
            <a:ext cx="1572768" cy="917864"/>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73" name="Rectangle 6672">
            <a:extLst>
              <a:ext uri="{FF2B5EF4-FFF2-40B4-BE49-F238E27FC236}">
                <a16:creationId xmlns:a16="http://schemas.microsoft.com/office/drawing/2014/main" id="{1AD0E3F3-2811-3F80-4D9A-8EC86A66373C}"/>
              </a:ext>
            </a:extLst>
          </p:cNvPr>
          <p:cNvSpPr/>
          <p:nvPr/>
        </p:nvSpPr>
        <p:spPr>
          <a:xfrm>
            <a:off x="4855464" y="3270088"/>
            <a:ext cx="2322576"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$12,652,800</a:t>
            </a:r>
          </a:p>
          <a:p>
            <a:pPr algn="ctr">
              <a:buNone/>
            </a:pPr>
            <a:r>
              <a:rPr lang="en-US" sz="100">
                <a:effectLst/>
              </a:rPr>
              <a:t> </a:t>
            </a:r>
            <a:endParaRPr lang="en-US"/>
          </a:p>
        </p:txBody>
      </p:sp>
      <p:sp>
        <p:nvSpPr>
          <p:cNvPr id="6718" name="Rectangle 6717">
            <a:extLst>
              <a:ext uri="{FF2B5EF4-FFF2-40B4-BE49-F238E27FC236}">
                <a16:creationId xmlns:a16="http://schemas.microsoft.com/office/drawing/2014/main" id="{AFF7D206-CC9A-21F6-E50C-30BE4C911C9D}"/>
              </a:ext>
            </a:extLst>
          </p:cNvPr>
          <p:cNvSpPr/>
          <p:nvPr/>
        </p:nvSpPr>
        <p:spPr>
          <a:xfrm>
            <a:off x="4855464" y="4636008"/>
            <a:ext cx="2322576"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500">
                <a:solidFill>
                  <a:srgbClr val="425666"/>
                </a:solidFill>
                <a:effectLst/>
                <a:latin typeface="Arial" panose="020B0604020202020204" pitchFamily="34" charset="0"/>
              </a:rPr>
              <a:t>$5m spend/mo</a:t>
            </a:r>
          </a:p>
          <a:p>
            <a:pPr algn="ctr">
              <a:buNone/>
            </a:pPr>
            <a:r>
              <a:rPr lang="en-US" sz="100">
                <a:effectLst/>
              </a:rPr>
              <a:t> </a:t>
            </a:r>
            <a:endParaRPr lang="en-US"/>
          </a:p>
        </p:txBody>
      </p:sp>
      <p:sp>
        <p:nvSpPr>
          <p:cNvPr id="6764" name="Rectangle 6763">
            <a:extLst>
              <a:ext uri="{FF2B5EF4-FFF2-40B4-BE49-F238E27FC236}">
                <a16:creationId xmlns:a16="http://schemas.microsoft.com/office/drawing/2014/main" id="{B6FA12A2-E650-ECFE-F61C-3521B98FA4D3}"/>
              </a:ext>
            </a:extLst>
          </p:cNvPr>
          <p:cNvSpPr/>
          <p:nvPr/>
        </p:nvSpPr>
        <p:spPr>
          <a:xfrm>
            <a:off x="8540496" y="2692746"/>
            <a:ext cx="1572768" cy="1879254"/>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11" name="Rectangle 6810">
            <a:extLst>
              <a:ext uri="{FF2B5EF4-FFF2-40B4-BE49-F238E27FC236}">
                <a16:creationId xmlns:a16="http://schemas.microsoft.com/office/drawing/2014/main" id="{D3D9D671-D417-BF30-AD3C-2844FDE06A43}"/>
              </a:ext>
            </a:extLst>
          </p:cNvPr>
          <p:cNvSpPr/>
          <p:nvPr/>
        </p:nvSpPr>
        <p:spPr>
          <a:xfrm>
            <a:off x="8165592" y="2308698"/>
            <a:ext cx="2322576"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2A3A"/>
                </a:solidFill>
                <a:effectLst/>
                <a:latin typeface="Arial" panose="020B0604020202020204" pitchFamily="34" charset="0"/>
              </a:rPr>
              <a:t>$25,905,600</a:t>
            </a:r>
          </a:p>
          <a:p>
            <a:pPr algn="ctr">
              <a:buNone/>
            </a:pPr>
            <a:r>
              <a:rPr lang="en-US" sz="100">
                <a:effectLst/>
              </a:rPr>
              <a:t> </a:t>
            </a:r>
            <a:endParaRPr lang="en-US"/>
          </a:p>
        </p:txBody>
      </p:sp>
      <p:sp>
        <p:nvSpPr>
          <p:cNvPr id="6859" name="Rectangle 6858">
            <a:extLst>
              <a:ext uri="{FF2B5EF4-FFF2-40B4-BE49-F238E27FC236}">
                <a16:creationId xmlns:a16="http://schemas.microsoft.com/office/drawing/2014/main" id="{1A6CD2B3-D69F-7484-B89A-1529E181BB5C}"/>
              </a:ext>
            </a:extLst>
          </p:cNvPr>
          <p:cNvSpPr/>
          <p:nvPr/>
        </p:nvSpPr>
        <p:spPr>
          <a:xfrm>
            <a:off x="8165592" y="4636008"/>
            <a:ext cx="2322576"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500">
                <a:solidFill>
                  <a:srgbClr val="425666"/>
                </a:solidFill>
                <a:effectLst/>
                <a:latin typeface="Arial" panose="020B0604020202020204" pitchFamily="34" charset="0"/>
              </a:rPr>
              <a:t>$10m spend/mo</a:t>
            </a:r>
          </a:p>
          <a:p>
            <a:pPr algn="ctr">
              <a:buNone/>
            </a:pPr>
            <a:r>
              <a:rPr lang="en-US" sz="100">
                <a:effectLst/>
              </a:rPr>
              <a:t> </a:t>
            </a:r>
            <a:endParaRPr lang="en-US"/>
          </a:p>
        </p:txBody>
      </p:sp>
      <p:sp>
        <p:nvSpPr>
          <p:cNvPr id="6908" name="Rectangle 6907">
            <a:extLst>
              <a:ext uri="{FF2B5EF4-FFF2-40B4-BE49-F238E27FC236}">
                <a16:creationId xmlns:a16="http://schemas.microsoft.com/office/drawing/2014/main" id="{340BE62B-AAA9-9F3C-1C35-A257C1413394}"/>
              </a:ext>
            </a:extLst>
          </p:cNvPr>
          <p:cNvSpPr/>
          <p:nvPr/>
        </p:nvSpPr>
        <p:spPr>
          <a:xfrm>
            <a:off x="9006840" y="1938528"/>
            <a:ext cx="100584" cy="100584"/>
          </a:xfrm>
          <a:prstGeom prst="rect">
            <a:avLst/>
          </a:prstGeom>
          <a:solidFill>
            <a:srgbClr val="0078D4"/>
          </a:solidFill>
          <a:ln>
            <a:solidFill>
              <a:srgbClr val="0078D4">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58" name="Rectangle 6957">
            <a:extLst>
              <a:ext uri="{FF2B5EF4-FFF2-40B4-BE49-F238E27FC236}">
                <a16:creationId xmlns:a16="http://schemas.microsoft.com/office/drawing/2014/main" id="{7E958839-2704-82B4-6012-F98E7716BDD3}"/>
              </a:ext>
            </a:extLst>
          </p:cNvPr>
          <p:cNvSpPr/>
          <p:nvPr/>
        </p:nvSpPr>
        <p:spPr>
          <a:xfrm>
            <a:off x="9235440" y="1783080"/>
            <a:ext cx="210312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Net benefit ($m)</a:t>
            </a:r>
          </a:p>
          <a:p>
            <a:pPr algn="l">
              <a:buNone/>
            </a:pPr>
            <a:r>
              <a:rPr lang="en-US" sz="100">
                <a:effectLst/>
              </a:rPr>
              <a:t> </a:t>
            </a:r>
            <a:endParaRPr lang="en-US"/>
          </a:p>
        </p:txBody>
      </p:sp>
    </p:spTree>
    <p:extLst>
      <p:ext uri="{BB962C8B-B14F-4D97-AF65-F5344CB8AC3E}">
        <p14:creationId xmlns:p14="http://schemas.microsoft.com/office/powerpoint/2010/main" val="202304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2803" name="Rectangle 2802">
            <a:extLst>
              <a:ext uri="{FF2B5EF4-FFF2-40B4-BE49-F238E27FC236}">
                <a16:creationId xmlns:a16="http://schemas.microsoft.com/office/drawing/2014/main" id="{01FC5EAE-D856-1619-A161-55C9A65713C7}"/>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05" name="Rectangle 2804">
            <a:extLst>
              <a:ext uri="{FF2B5EF4-FFF2-40B4-BE49-F238E27FC236}">
                <a16:creationId xmlns:a16="http://schemas.microsoft.com/office/drawing/2014/main" id="{0023B2FC-59E2-6E48-A89C-C7DB3DB2D4F4}"/>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08" name="Rectangle 2807">
            <a:extLst>
              <a:ext uri="{FF2B5EF4-FFF2-40B4-BE49-F238E27FC236}">
                <a16:creationId xmlns:a16="http://schemas.microsoft.com/office/drawing/2014/main" id="{FDDC2936-12C8-2524-9451-5C2525DE4A56}"/>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2" name="Rectangle 2811">
            <a:extLst>
              <a:ext uri="{FF2B5EF4-FFF2-40B4-BE49-F238E27FC236}">
                <a16:creationId xmlns:a16="http://schemas.microsoft.com/office/drawing/2014/main" id="{AF35ECAE-9837-5877-E3D6-1FA35E3AACD3}"/>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7" name="Rectangle 2816">
            <a:extLst>
              <a:ext uri="{FF2B5EF4-FFF2-40B4-BE49-F238E27FC236}">
                <a16:creationId xmlns:a16="http://schemas.microsoft.com/office/drawing/2014/main" id="{0AB1B470-B0B9-A2DB-7DD8-E3DBF26DF945}"/>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2823" name="Rectangle 2822">
            <a:extLst>
              <a:ext uri="{FF2B5EF4-FFF2-40B4-BE49-F238E27FC236}">
                <a16:creationId xmlns:a16="http://schemas.microsoft.com/office/drawing/2014/main" id="{8CA02A97-BBCA-93B9-D792-34AB45ED59D8}"/>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2830" name="Rectangle 2829">
            <a:extLst>
              <a:ext uri="{FF2B5EF4-FFF2-40B4-BE49-F238E27FC236}">
                <a16:creationId xmlns:a16="http://schemas.microsoft.com/office/drawing/2014/main" id="{C7CE4D75-6398-59D6-68D0-DBE7EC15F457}"/>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From dashboard to governed decision</a:t>
            </a:r>
          </a:p>
          <a:p>
            <a:pPr algn="l">
              <a:buNone/>
            </a:pPr>
            <a:r>
              <a:rPr lang="en-US" sz="100">
                <a:effectLst/>
              </a:rPr>
              <a:t> </a:t>
            </a:r>
            <a:endParaRPr lang="en-US"/>
          </a:p>
        </p:txBody>
      </p:sp>
      <p:sp>
        <p:nvSpPr>
          <p:cNvPr id="2838" name="Rectangle 2837">
            <a:extLst>
              <a:ext uri="{FF2B5EF4-FFF2-40B4-BE49-F238E27FC236}">
                <a16:creationId xmlns:a16="http://schemas.microsoft.com/office/drawing/2014/main" id="{9EF0A0F8-D4F5-55FD-2E86-866449A8065F}"/>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Illustrative management UI concept • Simulated recommendations, not observed customer results.</a:t>
            </a:r>
          </a:p>
          <a:p>
            <a:pPr algn="l">
              <a:buNone/>
            </a:pPr>
            <a:r>
              <a:rPr lang="en-US" sz="100">
                <a:effectLst/>
              </a:rPr>
              <a:t> </a:t>
            </a:r>
            <a:endParaRPr lang="en-US"/>
          </a:p>
        </p:txBody>
      </p:sp>
      <p:sp>
        <p:nvSpPr>
          <p:cNvPr id="2847" name="Rectangle 2846">
            <a:extLst>
              <a:ext uri="{FF2B5EF4-FFF2-40B4-BE49-F238E27FC236}">
                <a16:creationId xmlns:a16="http://schemas.microsoft.com/office/drawing/2014/main" id="{EBF51C73-DE55-85D6-B9F3-3BED09452C32}"/>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2857" name="Rectangle 2856">
            <a:extLst>
              <a:ext uri="{FF2B5EF4-FFF2-40B4-BE49-F238E27FC236}">
                <a16:creationId xmlns:a16="http://schemas.microsoft.com/office/drawing/2014/main" id="{242DCEA5-8634-F2EF-4469-2F6878A03ED1}"/>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11</a:t>
            </a:r>
          </a:p>
          <a:p>
            <a:pPr algn="r">
              <a:buNone/>
            </a:pPr>
            <a:r>
              <a:rPr lang="en-US" sz="100">
                <a:effectLst/>
              </a:rPr>
              <a:t> </a:t>
            </a:r>
            <a:endParaRPr lang="en-US"/>
          </a:p>
        </p:txBody>
      </p:sp>
      <p:sp>
        <p:nvSpPr>
          <p:cNvPr id="2868" name="Rectangle 2867">
            <a:extLst>
              <a:ext uri="{FF2B5EF4-FFF2-40B4-BE49-F238E27FC236}">
                <a16:creationId xmlns:a16="http://schemas.microsoft.com/office/drawing/2014/main" id="{073EB836-6101-89C5-071D-E78F217FF272}"/>
              </a:ext>
            </a:extLst>
          </p:cNvPr>
          <p:cNvSpPr/>
          <p:nvPr/>
        </p:nvSpPr>
        <p:spPr>
          <a:xfrm>
            <a:off x="548640" y="1755648"/>
            <a:ext cx="3502152" cy="98755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0" name="Rectangle 2879">
            <a:extLst>
              <a:ext uri="{FF2B5EF4-FFF2-40B4-BE49-F238E27FC236}">
                <a16:creationId xmlns:a16="http://schemas.microsoft.com/office/drawing/2014/main" id="{E86DAF31-179C-F2CD-60DF-F0D4AA3B2C60}"/>
              </a:ext>
            </a:extLst>
          </p:cNvPr>
          <p:cNvSpPr/>
          <p:nvPr/>
        </p:nvSpPr>
        <p:spPr>
          <a:xfrm>
            <a:off x="704088" y="1828800"/>
            <a:ext cx="3191256"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078D4"/>
                </a:solidFill>
                <a:effectLst/>
                <a:latin typeface="Arial" panose="020B0604020202020204" pitchFamily="34" charset="0"/>
              </a:rPr>
              <a:t>$5.00m</a:t>
            </a:r>
          </a:p>
          <a:p>
            <a:pPr algn="l">
              <a:buNone/>
            </a:pPr>
            <a:r>
              <a:rPr lang="en-US" sz="100">
                <a:effectLst/>
              </a:rPr>
              <a:t> </a:t>
            </a:r>
            <a:endParaRPr lang="en-US"/>
          </a:p>
        </p:txBody>
      </p:sp>
      <p:sp>
        <p:nvSpPr>
          <p:cNvPr id="2893" name="Rectangle 2892">
            <a:extLst>
              <a:ext uri="{FF2B5EF4-FFF2-40B4-BE49-F238E27FC236}">
                <a16:creationId xmlns:a16="http://schemas.microsoft.com/office/drawing/2014/main" id="{B2335557-5E3D-CDF7-720C-AC4D54853638}"/>
              </a:ext>
            </a:extLst>
          </p:cNvPr>
          <p:cNvSpPr/>
          <p:nvPr/>
        </p:nvSpPr>
        <p:spPr>
          <a:xfrm>
            <a:off x="704088" y="2295144"/>
            <a:ext cx="31912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In-scope monthly baseline</a:t>
            </a:r>
          </a:p>
          <a:p>
            <a:pPr algn="l">
              <a:buNone/>
            </a:pPr>
            <a:r>
              <a:rPr lang="en-US" sz="100">
                <a:effectLst/>
              </a:rPr>
              <a:t> </a:t>
            </a:r>
            <a:endParaRPr lang="en-US"/>
          </a:p>
        </p:txBody>
      </p:sp>
      <p:sp>
        <p:nvSpPr>
          <p:cNvPr id="2907" name="Rectangle 2906">
            <a:extLst>
              <a:ext uri="{FF2B5EF4-FFF2-40B4-BE49-F238E27FC236}">
                <a16:creationId xmlns:a16="http://schemas.microsoft.com/office/drawing/2014/main" id="{983FDCCF-F440-D36A-049A-44D55F06027C}"/>
              </a:ext>
            </a:extLst>
          </p:cNvPr>
          <p:cNvSpPr/>
          <p:nvPr/>
        </p:nvSpPr>
        <p:spPr>
          <a:xfrm>
            <a:off x="4343400" y="1755648"/>
            <a:ext cx="3502152" cy="98755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2" name="Rectangle 2921">
            <a:extLst>
              <a:ext uri="{FF2B5EF4-FFF2-40B4-BE49-F238E27FC236}">
                <a16:creationId xmlns:a16="http://schemas.microsoft.com/office/drawing/2014/main" id="{EFD3DB48-F56C-87E4-EB02-D947C7597C5D}"/>
              </a:ext>
            </a:extLst>
          </p:cNvPr>
          <p:cNvSpPr/>
          <p:nvPr/>
        </p:nvSpPr>
        <p:spPr>
          <a:xfrm>
            <a:off x="4498848" y="1828800"/>
            <a:ext cx="3191256"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078D4"/>
                </a:solidFill>
                <a:effectLst/>
                <a:latin typeface="Arial" panose="020B0604020202020204" pitchFamily="34" charset="0"/>
              </a:rPr>
              <a:t>23.088%</a:t>
            </a:r>
          </a:p>
          <a:p>
            <a:pPr algn="l">
              <a:buNone/>
            </a:pPr>
            <a:r>
              <a:rPr lang="en-US" sz="100">
                <a:effectLst/>
              </a:rPr>
              <a:t> </a:t>
            </a:r>
            <a:endParaRPr lang="en-US"/>
          </a:p>
        </p:txBody>
      </p:sp>
      <p:sp>
        <p:nvSpPr>
          <p:cNvPr id="2938" name="Rectangle 2937">
            <a:extLst>
              <a:ext uri="{FF2B5EF4-FFF2-40B4-BE49-F238E27FC236}">
                <a16:creationId xmlns:a16="http://schemas.microsoft.com/office/drawing/2014/main" id="{A27787EF-B4E4-D928-396C-2E2D1CF8C328}"/>
              </a:ext>
            </a:extLst>
          </p:cNvPr>
          <p:cNvSpPr/>
          <p:nvPr/>
        </p:nvSpPr>
        <p:spPr>
          <a:xfrm>
            <a:off x="4498848" y="2295144"/>
            <a:ext cx="31912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Modeled gross opportunity</a:t>
            </a:r>
          </a:p>
          <a:p>
            <a:pPr algn="l">
              <a:buNone/>
            </a:pPr>
            <a:r>
              <a:rPr lang="en-US" sz="100">
                <a:effectLst/>
              </a:rPr>
              <a:t> </a:t>
            </a:r>
            <a:endParaRPr lang="en-US"/>
          </a:p>
        </p:txBody>
      </p:sp>
      <p:sp>
        <p:nvSpPr>
          <p:cNvPr id="2955" name="Rectangle 2954">
            <a:extLst>
              <a:ext uri="{FF2B5EF4-FFF2-40B4-BE49-F238E27FC236}">
                <a16:creationId xmlns:a16="http://schemas.microsoft.com/office/drawing/2014/main" id="{B6FA4DCA-ABCE-7052-D43F-6C100C9C97D2}"/>
              </a:ext>
            </a:extLst>
          </p:cNvPr>
          <p:cNvSpPr/>
          <p:nvPr/>
        </p:nvSpPr>
        <p:spPr>
          <a:xfrm>
            <a:off x="8138160" y="1755648"/>
            <a:ext cx="3502152" cy="98755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3" name="Rectangle 2972">
            <a:extLst>
              <a:ext uri="{FF2B5EF4-FFF2-40B4-BE49-F238E27FC236}">
                <a16:creationId xmlns:a16="http://schemas.microsoft.com/office/drawing/2014/main" id="{B7AC324C-0AC0-3BD7-EF21-9527DF04FF1C}"/>
              </a:ext>
            </a:extLst>
          </p:cNvPr>
          <p:cNvSpPr/>
          <p:nvPr/>
        </p:nvSpPr>
        <p:spPr>
          <a:xfrm>
            <a:off x="8293608" y="1828800"/>
            <a:ext cx="3191256"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0078D4"/>
                </a:solidFill>
                <a:effectLst/>
                <a:latin typeface="Arial" panose="020B0604020202020204" pitchFamily="34" charset="0"/>
              </a:rPr>
              <a:t>$1.05m</a:t>
            </a:r>
          </a:p>
          <a:p>
            <a:pPr algn="l">
              <a:buNone/>
            </a:pPr>
            <a:r>
              <a:rPr lang="en-US" sz="100">
                <a:effectLst/>
              </a:rPr>
              <a:t> </a:t>
            </a:r>
            <a:endParaRPr lang="en-US"/>
          </a:p>
        </p:txBody>
      </p:sp>
      <p:sp>
        <p:nvSpPr>
          <p:cNvPr id="2992" name="Rectangle 2991">
            <a:extLst>
              <a:ext uri="{FF2B5EF4-FFF2-40B4-BE49-F238E27FC236}">
                <a16:creationId xmlns:a16="http://schemas.microsoft.com/office/drawing/2014/main" id="{0284C24C-8456-D3D3-E15D-8C2BB8950EAA}"/>
              </a:ext>
            </a:extLst>
          </p:cNvPr>
          <p:cNvSpPr/>
          <p:nvPr/>
        </p:nvSpPr>
        <p:spPr>
          <a:xfrm>
            <a:off x="8293608" y="2295144"/>
            <a:ext cx="31912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25666"/>
                </a:solidFill>
                <a:effectLst/>
                <a:latin typeface="Arial" panose="020B0604020202020204" pitchFamily="34" charset="0"/>
              </a:rPr>
              <a:t>Modeled net / month</a:t>
            </a:r>
          </a:p>
          <a:p>
            <a:pPr algn="l">
              <a:buNone/>
            </a:pPr>
            <a:r>
              <a:rPr lang="en-US" sz="100">
                <a:effectLst/>
              </a:rPr>
              <a:t> </a:t>
            </a:r>
            <a:endParaRPr lang="en-US"/>
          </a:p>
        </p:txBody>
      </p:sp>
      <p:sp>
        <p:nvSpPr>
          <p:cNvPr id="3012" name="Rectangle 3011">
            <a:extLst>
              <a:ext uri="{FF2B5EF4-FFF2-40B4-BE49-F238E27FC236}">
                <a16:creationId xmlns:a16="http://schemas.microsoft.com/office/drawing/2014/main" id="{706E238E-3E2F-B0AE-B16E-A6653F0F9F5A}"/>
              </a:ext>
            </a:extLst>
          </p:cNvPr>
          <p:cNvSpPr/>
          <p:nvPr/>
        </p:nvSpPr>
        <p:spPr>
          <a:xfrm>
            <a:off x="548640" y="2971800"/>
            <a:ext cx="7150608" cy="2276856"/>
          </a:xfrm>
          <a:prstGeom prst="rect">
            <a:avLst/>
          </a:prstGeom>
          <a:solidFill>
            <a:srgbClr val="FFFFFF"/>
          </a:solidFill>
          <a:ln>
            <a:solidFill>
              <a:srgbClr val="FFFFFF"/>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33" name="Rectangle 3032">
            <a:extLst>
              <a:ext uri="{FF2B5EF4-FFF2-40B4-BE49-F238E27FC236}">
                <a16:creationId xmlns:a16="http://schemas.microsoft.com/office/drawing/2014/main" id="{41426E52-8749-33C9-FA77-A18DA79B7F91}"/>
              </a:ext>
            </a:extLst>
          </p:cNvPr>
          <p:cNvSpPr/>
          <p:nvPr/>
        </p:nvSpPr>
        <p:spPr>
          <a:xfrm>
            <a:off x="740664" y="3081528"/>
            <a:ext cx="6766560" cy="4937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2A3A"/>
                </a:solidFill>
                <a:effectLst/>
                <a:latin typeface="Arial" panose="020B0604020202020204" pitchFamily="34" charset="0"/>
              </a:rPr>
              <a:t>BU decision queue</a:t>
            </a:r>
          </a:p>
          <a:p>
            <a:pPr algn="l">
              <a:buNone/>
            </a:pPr>
            <a:r>
              <a:rPr lang="en-US" sz="100">
                <a:effectLst/>
              </a:rPr>
              <a:t> </a:t>
            </a:r>
            <a:endParaRPr lang="en-US"/>
          </a:p>
        </p:txBody>
      </p:sp>
      <p:sp>
        <p:nvSpPr>
          <p:cNvPr id="3055" name="Rectangle 3054">
            <a:extLst>
              <a:ext uri="{FF2B5EF4-FFF2-40B4-BE49-F238E27FC236}">
                <a16:creationId xmlns:a16="http://schemas.microsoft.com/office/drawing/2014/main" id="{EE9F1351-F539-D79A-D8C6-1C44819B2E92}"/>
              </a:ext>
            </a:extLst>
          </p:cNvPr>
          <p:cNvSpPr/>
          <p:nvPr/>
        </p:nvSpPr>
        <p:spPr>
          <a:xfrm>
            <a:off x="740664" y="3575304"/>
            <a:ext cx="187452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2A3A"/>
                </a:solidFill>
                <a:effectLst/>
                <a:latin typeface="Arial" panose="020B0604020202020204" pitchFamily="34" charset="0"/>
              </a:rPr>
              <a:t>Engineering</a:t>
            </a:r>
          </a:p>
          <a:p>
            <a:pPr algn="l">
              <a:buNone/>
            </a:pPr>
            <a:r>
              <a:rPr lang="en-US" sz="100">
                <a:effectLst/>
              </a:rPr>
              <a:t> </a:t>
            </a:r>
            <a:endParaRPr lang="en-US"/>
          </a:p>
        </p:txBody>
      </p:sp>
      <p:sp>
        <p:nvSpPr>
          <p:cNvPr id="3078" name="Rectangle 3077">
            <a:extLst>
              <a:ext uri="{FF2B5EF4-FFF2-40B4-BE49-F238E27FC236}">
                <a16:creationId xmlns:a16="http://schemas.microsoft.com/office/drawing/2014/main" id="{4F708F92-7D4A-8708-A193-E9E3A2C9D95B}"/>
              </a:ext>
            </a:extLst>
          </p:cNvPr>
          <p:cNvSpPr/>
          <p:nvPr/>
        </p:nvSpPr>
        <p:spPr>
          <a:xfrm>
            <a:off x="2706624" y="3575304"/>
            <a:ext cx="4690872"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425666"/>
                </a:solidFill>
                <a:effectLst/>
                <a:latin typeface="Arial" panose="020B0604020202020204" pitchFamily="34" charset="0"/>
              </a:rPr>
              <a:t>Test lower-cost model on routine tasks</a:t>
            </a:r>
          </a:p>
          <a:p>
            <a:pPr algn="l">
              <a:buNone/>
            </a:pPr>
            <a:r>
              <a:rPr lang="en-US" sz="100">
                <a:effectLst/>
              </a:rPr>
              <a:t> </a:t>
            </a:r>
            <a:endParaRPr lang="en-US"/>
          </a:p>
        </p:txBody>
      </p:sp>
      <p:sp>
        <p:nvSpPr>
          <p:cNvPr id="3102" name="Rectangle 3101">
            <a:extLst>
              <a:ext uri="{FF2B5EF4-FFF2-40B4-BE49-F238E27FC236}">
                <a16:creationId xmlns:a16="http://schemas.microsoft.com/office/drawing/2014/main" id="{EA7D1EC7-BF3B-32AE-D4B1-FB28A359E079}"/>
              </a:ext>
            </a:extLst>
          </p:cNvPr>
          <p:cNvSpPr/>
          <p:nvPr/>
        </p:nvSpPr>
        <p:spPr>
          <a:xfrm>
            <a:off x="740664" y="4096512"/>
            <a:ext cx="187452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2A3A"/>
                </a:solidFill>
                <a:effectLst/>
                <a:latin typeface="Arial" panose="020B0604020202020204" pitchFamily="34" charset="0"/>
              </a:rPr>
              <a:t>Manufacturing</a:t>
            </a:r>
          </a:p>
          <a:p>
            <a:pPr algn="l">
              <a:buNone/>
            </a:pPr>
            <a:r>
              <a:rPr lang="en-US" sz="100">
                <a:effectLst/>
              </a:rPr>
              <a:t> </a:t>
            </a:r>
            <a:endParaRPr lang="en-US"/>
          </a:p>
        </p:txBody>
      </p:sp>
      <p:sp>
        <p:nvSpPr>
          <p:cNvPr id="3127" name="Rectangle 3126">
            <a:extLst>
              <a:ext uri="{FF2B5EF4-FFF2-40B4-BE49-F238E27FC236}">
                <a16:creationId xmlns:a16="http://schemas.microsoft.com/office/drawing/2014/main" id="{23CF2426-D724-F09B-19DF-5138455D7374}"/>
              </a:ext>
            </a:extLst>
          </p:cNvPr>
          <p:cNvSpPr/>
          <p:nvPr/>
        </p:nvSpPr>
        <p:spPr>
          <a:xfrm>
            <a:off x="2706624" y="4096512"/>
            <a:ext cx="4690872"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425666"/>
                </a:solidFill>
                <a:effectLst/>
                <a:latin typeface="Arial" panose="020B0604020202020204" pitchFamily="34" charset="0"/>
              </a:rPr>
              <a:t>Review retry anomaly before changing limits</a:t>
            </a:r>
          </a:p>
          <a:p>
            <a:pPr algn="l">
              <a:buNone/>
            </a:pPr>
            <a:r>
              <a:rPr lang="en-US" sz="100">
                <a:effectLst/>
              </a:rPr>
              <a:t> </a:t>
            </a:r>
            <a:endParaRPr lang="en-US"/>
          </a:p>
        </p:txBody>
      </p:sp>
      <p:sp>
        <p:nvSpPr>
          <p:cNvPr id="3153" name="Rectangle 3152">
            <a:extLst>
              <a:ext uri="{FF2B5EF4-FFF2-40B4-BE49-F238E27FC236}">
                <a16:creationId xmlns:a16="http://schemas.microsoft.com/office/drawing/2014/main" id="{244A4D12-FF8F-68A3-23B7-48DB3730C4F8}"/>
              </a:ext>
            </a:extLst>
          </p:cNvPr>
          <p:cNvSpPr/>
          <p:nvPr/>
        </p:nvSpPr>
        <p:spPr>
          <a:xfrm>
            <a:off x="740664" y="4617720"/>
            <a:ext cx="187452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2A3A"/>
                </a:solidFill>
                <a:effectLst/>
                <a:latin typeface="Arial" panose="020B0604020202020204" pitchFamily="34" charset="0"/>
              </a:rPr>
              <a:t>Supply chain</a:t>
            </a:r>
          </a:p>
          <a:p>
            <a:pPr algn="l">
              <a:buNone/>
            </a:pPr>
            <a:r>
              <a:rPr lang="en-US" sz="100">
                <a:effectLst/>
              </a:rPr>
              <a:t> </a:t>
            </a:r>
            <a:endParaRPr lang="en-US"/>
          </a:p>
        </p:txBody>
      </p:sp>
      <p:sp>
        <p:nvSpPr>
          <p:cNvPr id="3180" name="Rectangle 3179">
            <a:extLst>
              <a:ext uri="{FF2B5EF4-FFF2-40B4-BE49-F238E27FC236}">
                <a16:creationId xmlns:a16="http://schemas.microsoft.com/office/drawing/2014/main" id="{763F2CD1-3609-4A6C-A01A-F392966F2EA3}"/>
              </a:ext>
            </a:extLst>
          </p:cNvPr>
          <p:cNvSpPr/>
          <p:nvPr/>
        </p:nvSpPr>
        <p:spPr>
          <a:xfrm>
            <a:off x="2706624" y="4617720"/>
            <a:ext cx="4690872"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425666"/>
                </a:solidFill>
                <a:effectLst/>
                <a:latin typeface="Arial" panose="020B0604020202020204" pitchFamily="34" charset="0"/>
              </a:rPr>
              <a:t>Compare forecast demand with BU budget</a:t>
            </a:r>
          </a:p>
          <a:p>
            <a:pPr algn="l">
              <a:buNone/>
            </a:pPr>
            <a:r>
              <a:rPr lang="en-US" sz="100">
                <a:effectLst/>
              </a:rPr>
              <a:t> </a:t>
            </a:r>
            <a:endParaRPr lang="en-US"/>
          </a:p>
        </p:txBody>
      </p:sp>
      <p:sp>
        <p:nvSpPr>
          <p:cNvPr id="3208" name="Rectangle 3207">
            <a:extLst>
              <a:ext uri="{FF2B5EF4-FFF2-40B4-BE49-F238E27FC236}">
                <a16:creationId xmlns:a16="http://schemas.microsoft.com/office/drawing/2014/main" id="{1241613A-23C2-232A-39F8-8C5AE15C434D}"/>
              </a:ext>
            </a:extLst>
          </p:cNvPr>
          <p:cNvSpPr/>
          <p:nvPr/>
        </p:nvSpPr>
        <p:spPr>
          <a:xfrm>
            <a:off x="7955280" y="2971800"/>
            <a:ext cx="3685032" cy="2276856"/>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7" name="Rectangle 3236">
            <a:extLst>
              <a:ext uri="{FF2B5EF4-FFF2-40B4-BE49-F238E27FC236}">
                <a16:creationId xmlns:a16="http://schemas.microsoft.com/office/drawing/2014/main" id="{4D909F53-0C72-D4AF-3E45-90D23703DE20}"/>
              </a:ext>
            </a:extLst>
          </p:cNvPr>
          <p:cNvSpPr/>
          <p:nvPr/>
        </p:nvSpPr>
        <p:spPr>
          <a:xfrm>
            <a:off x="8138160" y="3136392"/>
            <a:ext cx="3310128" cy="5394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Decision readiness</a:t>
            </a:r>
          </a:p>
          <a:p>
            <a:pPr algn="l">
              <a:buNone/>
            </a:pPr>
            <a:r>
              <a:rPr lang="en-US" sz="100">
                <a:effectLst/>
              </a:rPr>
              <a:t> </a:t>
            </a:r>
            <a:endParaRPr lang="en-US"/>
          </a:p>
        </p:txBody>
      </p:sp>
      <p:sp>
        <p:nvSpPr>
          <p:cNvPr id="4135" name="Rectangle 4134">
            <a:extLst>
              <a:ext uri="{FF2B5EF4-FFF2-40B4-BE49-F238E27FC236}">
                <a16:creationId xmlns:a16="http://schemas.microsoft.com/office/drawing/2014/main" id="{9ABA86CA-1123-0D79-5C17-AC225E300E03}"/>
              </a:ext>
            </a:extLst>
          </p:cNvPr>
          <p:cNvSpPr/>
          <p:nvPr/>
        </p:nvSpPr>
        <p:spPr>
          <a:xfrm>
            <a:off x="548640" y="5486400"/>
            <a:ext cx="11091672" cy="41148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2A3A"/>
                </a:solidFill>
                <a:effectLst/>
                <a:latin typeface="Arial" panose="020B0604020202020204" pitchFamily="34" charset="0"/>
              </a:rPr>
              <a:t>Illustrative planning assumptions — not Micron spend, Microsoft pricing quotes, or guaranteed savings</a:t>
            </a:r>
          </a:p>
          <a:p>
            <a:pPr algn="l">
              <a:buNone/>
            </a:pPr>
            <a:r>
              <a:rPr lang="en-US" sz="100">
                <a:effectLst/>
              </a:rPr>
              <a:t> </a:t>
            </a:r>
            <a:endParaRPr lang="en-US"/>
          </a:p>
        </p:txBody>
      </p:sp>
      <p:sp>
        <p:nvSpPr>
          <p:cNvPr id="4291" name="Rectangle 4290">
            <a:extLst>
              <a:ext uri="{FF2B5EF4-FFF2-40B4-BE49-F238E27FC236}">
                <a16:creationId xmlns:a16="http://schemas.microsoft.com/office/drawing/2014/main" id="{BB33EC7D-F5C2-1158-BA7B-3B185A37F61B}"/>
              </a:ext>
            </a:extLst>
          </p:cNvPr>
          <p:cNvSpPr/>
          <p:nvPr/>
        </p:nvSpPr>
        <p:spPr>
          <a:xfrm>
            <a:off x="8138160" y="3675888"/>
            <a:ext cx="3310128" cy="11338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Quality test needed</a:t>
            </a:r>
          </a:p>
          <a:p>
            <a:pPr algn="l">
              <a:buNone/>
            </a:pPr>
            <a:r>
              <a:rPr lang="en-US" sz="1600">
                <a:solidFill>
                  <a:srgbClr val="172A3A"/>
                </a:solidFill>
                <a:effectLst/>
                <a:latin typeface="Arial" panose="020B0604020202020204" pitchFamily="34" charset="0"/>
              </a:rPr>
              <a:t>Approval required</a:t>
            </a:r>
          </a:p>
          <a:p>
            <a:pPr algn="l">
              <a:buNone/>
            </a:pPr>
            <a:r>
              <a:rPr lang="en-US" sz="1600">
                <a:solidFill>
                  <a:srgbClr val="172A3A"/>
                </a:solidFill>
                <a:effectLst/>
                <a:latin typeface="Arial" panose="020B0604020202020204" pitchFamily="34" charset="0"/>
              </a:rPr>
              <a:t>Savings unverified</a:t>
            </a:r>
            <a:endParaRPr lang="en-US"/>
          </a:p>
        </p:txBody>
      </p:sp>
    </p:spTree>
    <p:extLst>
      <p:ext uri="{BB962C8B-B14F-4D97-AF65-F5344CB8AC3E}">
        <p14:creationId xmlns:p14="http://schemas.microsoft.com/office/powerpoint/2010/main" val="3962248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3299" name="Rectangle 3298">
            <a:extLst>
              <a:ext uri="{FF2B5EF4-FFF2-40B4-BE49-F238E27FC236}">
                <a16:creationId xmlns:a16="http://schemas.microsoft.com/office/drawing/2014/main" id="{C9BAFB1A-AF21-9BC9-0D43-A819F748EE5F}"/>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1" name="Rectangle 3300">
            <a:extLst>
              <a:ext uri="{FF2B5EF4-FFF2-40B4-BE49-F238E27FC236}">
                <a16:creationId xmlns:a16="http://schemas.microsoft.com/office/drawing/2014/main" id="{F2F15CB8-505A-2A21-CA5B-E1E1E8C7C7CA}"/>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4" name="Rectangle 3303">
            <a:extLst>
              <a:ext uri="{FF2B5EF4-FFF2-40B4-BE49-F238E27FC236}">
                <a16:creationId xmlns:a16="http://schemas.microsoft.com/office/drawing/2014/main" id="{A1F1BB42-903D-E51B-B903-507151CDC5D1}"/>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8" name="Rectangle 3307">
            <a:extLst>
              <a:ext uri="{FF2B5EF4-FFF2-40B4-BE49-F238E27FC236}">
                <a16:creationId xmlns:a16="http://schemas.microsoft.com/office/drawing/2014/main" id="{97EFE512-894B-9734-0D04-107C4E897E40}"/>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3" name="Rectangle 3312">
            <a:extLst>
              <a:ext uri="{FF2B5EF4-FFF2-40B4-BE49-F238E27FC236}">
                <a16:creationId xmlns:a16="http://schemas.microsoft.com/office/drawing/2014/main" id="{C480C73F-D5E5-66CE-738C-379A8AD70348}"/>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3319" name="Rectangle 3318">
            <a:extLst>
              <a:ext uri="{FF2B5EF4-FFF2-40B4-BE49-F238E27FC236}">
                <a16:creationId xmlns:a16="http://schemas.microsoft.com/office/drawing/2014/main" id="{4A14B06F-8D2F-C9F6-6784-D0321E265EEE}"/>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3326" name="Rectangle 3325">
            <a:extLst>
              <a:ext uri="{FF2B5EF4-FFF2-40B4-BE49-F238E27FC236}">
                <a16:creationId xmlns:a16="http://schemas.microsoft.com/office/drawing/2014/main" id="{D0DDEC8B-CCFB-D7E9-CB4E-2F1EF25FB222}"/>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Protect identity, data and decision quality</a:t>
            </a:r>
          </a:p>
          <a:p>
            <a:pPr algn="l">
              <a:buNone/>
            </a:pPr>
            <a:r>
              <a:rPr lang="en-US" sz="100">
                <a:effectLst/>
              </a:rPr>
              <a:t> </a:t>
            </a:r>
            <a:endParaRPr lang="en-US"/>
          </a:p>
        </p:txBody>
      </p:sp>
      <p:sp>
        <p:nvSpPr>
          <p:cNvPr id="3334" name="Rectangle 3333">
            <a:extLst>
              <a:ext uri="{FF2B5EF4-FFF2-40B4-BE49-F238E27FC236}">
                <a16:creationId xmlns:a16="http://schemas.microsoft.com/office/drawing/2014/main" id="{23F8136D-7466-DFF8-934A-1BA0CBBA89E1}"/>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Microsoft Learn preview requirements + proposed controls; see notes.</a:t>
            </a:r>
          </a:p>
          <a:p>
            <a:pPr algn="l">
              <a:buNone/>
            </a:pPr>
            <a:r>
              <a:rPr lang="en-US" sz="100">
                <a:effectLst/>
              </a:rPr>
              <a:t> </a:t>
            </a:r>
            <a:endParaRPr lang="en-US"/>
          </a:p>
        </p:txBody>
      </p:sp>
      <p:sp>
        <p:nvSpPr>
          <p:cNvPr id="3343" name="Rectangle 3342">
            <a:extLst>
              <a:ext uri="{FF2B5EF4-FFF2-40B4-BE49-F238E27FC236}">
                <a16:creationId xmlns:a16="http://schemas.microsoft.com/office/drawing/2014/main" id="{83DB6E63-FFB4-02F2-E6AA-8FE9F0534073}"/>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3353" name="Rectangle 3352">
            <a:extLst>
              <a:ext uri="{FF2B5EF4-FFF2-40B4-BE49-F238E27FC236}">
                <a16:creationId xmlns:a16="http://schemas.microsoft.com/office/drawing/2014/main" id="{9643A19D-5C05-FFE6-CC73-18DAC0E50A28}"/>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12</a:t>
            </a:r>
          </a:p>
          <a:p>
            <a:pPr algn="r">
              <a:buNone/>
            </a:pPr>
            <a:r>
              <a:rPr lang="en-US" sz="100">
                <a:effectLst/>
              </a:rPr>
              <a:t> </a:t>
            </a:r>
            <a:endParaRPr lang="en-US"/>
          </a:p>
        </p:txBody>
      </p:sp>
      <p:sp>
        <p:nvSpPr>
          <p:cNvPr id="3364" name="Rectangle 3363">
            <a:extLst>
              <a:ext uri="{FF2B5EF4-FFF2-40B4-BE49-F238E27FC236}">
                <a16:creationId xmlns:a16="http://schemas.microsoft.com/office/drawing/2014/main" id="{2F00F294-64C3-FA1F-80C7-6AF3D733B21F}"/>
              </a:ext>
            </a:extLst>
          </p:cNvPr>
          <p:cNvSpPr/>
          <p:nvPr/>
        </p:nvSpPr>
        <p:spPr>
          <a:xfrm>
            <a:off x="548640" y="1801368"/>
            <a:ext cx="5422392" cy="162763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76" name="Rectangle 3375">
            <a:extLst>
              <a:ext uri="{FF2B5EF4-FFF2-40B4-BE49-F238E27FC236}">
                <a16:creationId xmlns:a16="http://schemas.microsoft.com/office/drawing/2014/main" id="{40802DAA-227F-BB7E-8185-30EE7F6248EC}"/>
              </a:ext>
            </a:extLst>
          </p:cNvPr>
          <p:cNvSpPr/>
          <p:nvPr/>
        </p:nvSpPr>
        <p:spPr>
          <a:xfrm>
            <a:off x="740664" y="1956816"/>
            <a:ext cx="5038344"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Identity follows the user</a:t>
            </a:r>
          </a:p>
          <a:p>
            <a:pPr algn="l">
              <a:buNone/>
            </a:pPr>
            <a:r>
              <a:rPr lang="en-US" sz="100">
                <a:effectLst/>
              </a:rPr>
              <a:t> </a:t>
            </a:r>
            <a:endParaRPr lang="en-US"/>
          </a:p>
        </p:txBody>
      </p:sp>
      <p:sp>
        <p:nvSpPr>
          <p:cNvPr id="3403" name="Rectangle 3402">
            <a:extLst>
              <a:ext uri="{FF2B5EF4-FFF2-40B4-BE49-F238E27FC236}">
                <a16:creationId xmlns:a16="http://schemas.microsoft.com/office/drawing/2014/main" id="{E425B09E-115C-1E90-9B99-F4A32B3DF590}"/>
              </a:ext>
            </a:extLst>
          </p:cNvPr>
          <p:cNvSpPr/>
          <p:nvPr/>
        </p:nvSpPr>
        <p:spPr>
          <a:xfrm>
            <a:off x="6217920" y="1801368"/>
            <a:ext cx="5422392" cy="162763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8" name="Rectangle 3417">
            <a:extLst>
              <a:ext uri="{FF2B5EF4-FFF2-40B4-BE49-F238E27FC236}">
                <a16:creationId xmlns:a16="http://schemas.microsoft.com/office/drawing/2014/main" id="{EAA2B7B4-B87B-62CB-BD51-9FE168BFA511}"/>
              </a:ext>
            </a:extLst>
          </p:cNvPr>
          <p:cNvSpPr/>
          <p:nvPr/>
        </p:nvSpPr>
        <p:spPr>
          <a:xfrm>
            <a:off x="6409944" y="1956816"/>
            <a:ext cx="5038344"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Telemetry is intentional</a:t>
            </a:r>
          </a:p>
          <a:p>
            <a:pPr algn="l">
              <a:buNone/>
            </a:pPr>
            <a:r>
              <a:rPr lang="en-US" sz="100">
                <a:effectLst/>
              </a:rPr>
              <a:t> </a:t>
            </a:r>
            <a:endParaRPr lang="en-US"/>
          </a:p>
        </p:txBody>
      </p:sp>
      <p:sp>
        <p:nvSpPr>
          <p:cNvPr id="3451" name="Rectangle 3450">
            <a:extLst>
              <a:ext uri="{FF2B5EF4-FFF2-40B4-BE49-F238E27FC236}">
                <a16:creationId xmlns:a16="http://schemas.microsoft.com/office/drawing/2014/main" id="{4A81F06E-CDB9-FEF4-9A29-732FF244FE3B}"/>
              </a:ext>
            </a:extLst>
          </p:cNvPr>
          <p:cNvSpPr/>
          <p:nvPr/>
        </p:nvSpPr>
        <p:spPr>
          <a:xfrm>
            <a:off x="548640" y="3648456"/>
            <a:ext cx="5422392" cy="162763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9" name="Rectangle 3468">
            <a:extLst>
              <a:ext uri="{FF2B5EF4-FFF2-40B4-BE49-F238E27FC236}">
                <a16:creationId xmlns:a16="http://schemas.microsoft.com/office/drawing/2014/main" id="{BFA0120B-58D8-0C99-6ADA-C8BB96DEEA5A}"/>
              </a:ext>
            </a:extLst>
          </p:cNvPr>
          <p:cNvSpPr/>
          <p:nvPr/>
        </p:nvSpPr>
        <p:spPr>
          <a:xfrm>
            <a:off x="740664" y="3803904"/>
            <a:ext cx="5038344"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Data stays within boundaries</a:t>
            </a:r>
          </a:p>
          <a:p>
            <a:pPr algn="l">
              <a:buNone/>
            </a:pPr>
            <a:r>
              <a:rPr lang="en-US" sz="100">
                <a:effectLst/>
              </a:rPr>
              <a:t> </a:t>
            </a:r>
            <a:endParaRPr lang="en-US"/>
          </a:p>
        </p:txBody>
      </p:sp>
      <p:sp>
        <p:nvSpPr>
          <p:cNvPr id="3488" name="Rectangle 3487">
            <a:extLst>
              <a:ext uri="{FF2B5EF4-FFF2-40B4-BE49-F238E27FC236}">
                <a16:creationId xmlns:a16="http://schemas.microsoft.com/office/drawing/2014/main" id="{A9724FE2-246A-4CFA-1E89-9A4363B5CBA7}"/>
              </a:ext>
            </a:extLst>
          </p:cNvPr>
          <p:cNvSpPr/>
          <p:nvPr/>
        </p:nvSpPr>
        <p:spPr>
          <a:xfrm>
            <a:off x="740664" y="4288536"/>
            <a:ext cx="503834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425666"/>
                </a:solidFill>
                <a:effectLst/>
                <a:latin typeface="Arial" panose="020B0604020202020204" pitchFamily="34" charset="0"/>
              </a:rPr>
              <a:t>Least privilege and scoped datasets.</a:t>
            </a:r>
          </a:p>
          <a:p>
            <a:pPr algn="l">
              <a:buNone/>
            </a:pPr>
            <a:r>
              <a:rPr lang="en-US" sz="1800">
                <a:solidFill>
                  <a:srgbClr val="425666"/>
                </a:solidFill>
                <a:effectLst/>
                <a:latin typeface="Arial" panose="020B0604020202020204" pitchFamily="34" charset="0"/>
              </a:rPr>
              <a:t>Validate capacity region and retention.</a:t>
            </a:r>
            <a:endParaRPr lang="en-US"/>
          </a:p>
        </p:txBody>
      </p:sp>
      <p:sp>
        <p:nvSpPr>
          <p:cNvPr id="3508" name="Rectangle 3507">
            <a:extLst>
              <a:ext uri="{FF2B5EF4-FFF2-40B4-BE49-F238E27FC236}">
                <a16:creationId xmlns:a16="http://schemas.microsoft.com/office/drawing/2014/main" id="{51E930AC-3469-52E8-7456-4C97CEE9896C}"/>
              </a:ext>
            </a:extLst>
          </p:cNvPr>
          <p:cNvSpPr/>
          <p:nvPr/>
        </p:nvSpPr>
        <p:spPr>
          <a:xfrm>
            <a:off x="6217920" y="3648456"/>
            <a:ext cx="5422392" cy="1627632"/>
          </a:xfrm>
          <a:prstGeom prst="rect">
            <a:avLst/>
          </a:prstGeom>
          <a:solidFill>
            <a:srgbClr val="E2EEF7"/>
          </a:solidFill>
          <a:ln>
            <a:solidFill>
              <a:srgbClr val="E2EEF7"/>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29" name="Rectangle 3528">
            <a:extLst>
              <a:ext uri="{FF2B5EF4-FFF2-40B4-BE49-F238E27FC236}">
                <a16:creationId xmlns:a16="http://schemas.microsoft.com/office/drawing/2014/main" id="{BEA39C2D-F8EB-4289-3B94-9F2E301C52E9}"/>
              </a:ext>
            </a:extLst>
          </p:cNvPr>
          <p:cNvSpPr/>
          <p:nvPr/>
        </p:nvSpPr>
        <p:spPr>
          <a:xfrm>
            <a:off x="6409944" y="3803904"/>
            <a:ext cx="5038344"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172A3A"/>
                </a:solidFill>
                <a:effectLst/>
                <a:latin typeface="Arial" panose="020B0604020202020204" pitchFamily="34" charset="0"/>
              </a:rPr>
              <a:t>Savings must preserve quality</a:t>
            </a:r>
          </a:p>
          <a:p>
            <a:pPr algn="l">
              <a:buNone/>
            </a:pPr>
            <a:r>
              <a:rPr lang="en-US" sz="100">
                <a:effectLst/>
              </a:rPr>
              <a:t> </a:t>
            </a:r>
            <a:endParaRPr lang="en-US"/>
          </a:p>
        </p:txBody>
      </p:sp>
      <p:sp>
        <p:nvSpPr>
          <p:cNvPr id="3551" name="Rectangle 3550">
            <a:extLst>
              <a:ext uri="{FF2B5EF4-FFF2-40B4-BE49-F238E27FC236}">
                <a16:creationId xmlns:a16="http://schemas.microsoft.com/office/drawing/2014/main" id="{F7A1B260-420B-E235-7E50-A5744DC58FF2}"/>
              </a:ext>
            </a:extLst>
          </p:cNvPr>
          <p:cNvSpPr/>
          <p:nvPr/>
        </p:nvSpPr>
        <p:spPr>
          <a:xfrm>
            <a:off x="6409944" y="4288536"/>
            <a:ext cx="503834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425666"/>
                </a:solidFill>
                <a:effectLst/>
                <a:latin typeface="Arial" panose="020B0604020202020204" pitchFamily="34" charset="0"/>
              </a:rPr>
              <a:t>Human approval and rollback controls.</a:t>
            </a:r>
          </a:p>
          <a:p>
            <a:pPr algn="l">
              <a:buNone/>
            </a:pPr>
            <a:r>
              <a:rPr lang="en-US" sz="1800">
                <a:solidFill>
                  <a:srgbClr val="425666"/>
                </a:solidFill>
                <a:effectLst/>
                <a:latin typeface="Arial" panose="020B0604020202020204" pitchFamily="34" charset="0"/>
              </a:rPr>
              <a:t>Reconcile accepted changes to bills.</a:t>
            </a:r>
            <a:endParaRPr lang="en-US"/>
          </a:p>
        </p:txBody>
      </p:sp>
      <p:sp>
        <p:nvSpPr>
          <p:cNvPr id="3574" name="Rectangle 3573">
            <a:extLst>
              <a:ext uri="{FF2B5EF4-FFF2-40B4-BE49-F238E27FC236}">
                <a16:creationId xmlns:a16="http://schemas.microsoft.com/office/drawing/2014/main" id="{4C5149AB-DA80-8A93-FFA3-4DDC531A6F53}"/>
              </a:ext>
            </a:extLst>
          </p:cNvPr>
          <p:cNvSpPr/>
          <p:nvPr/>
        </p:nvSpPr>
        <p:spPr>
          <a:xfrm>
            <a:off x="548640" y="5559552"/>
            <a:ext cx="11064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2A3A"/>
                </a:solidFill>
                <a:effectLst/>
                <a:latin typeface="Arial" panose="020B0604020202020204" pitchFamily="34" charset="0"/>
              </a:rPr>
              <a:t>Preview gate: validate supported auth, tenant, capacity region and tool path before commitment.</a:t>
            </a:r>
          </a:p>
          <a:p>
            <a:pPr algn="l">
              <a:buNone/>
            </a:pPr>
            <a:r>
              <a:rPr lang="en-US" sz="100">
                <a:effectLst/>
              </a:rPr>
              <a:t> </a:t>
            </a:r>
            <a:endParaRPr lang="en-US"/>
          </a:p>
        </p:txBody>
      </p:sp>
      <p:sp>
        <p:nvSpPr>
          <p:cNvPr id="4310" name="Rectangle 4309">
            <a:extLst>
              <a:ext uri="{FF2B5EF4-FFF2-40B4-BE49-F238E27FC236}">
                <a16:creationId xmlns:a16="http://schemas.microsoft.com/office/drawing/2014/main" id="{07FC3C57-9511-9EDB-2D94-CBEF1901F532}"/>
              </a:ext>
            </a:extLst>
          </p:cNvPr>
          <p:cNvSpPr/>
          <p:nvPr/>
        </p:nvSpPr>
        <p:spPr>
          <a:xfrm>
            <a:off x="740664" y="2441448"/>
            <a:ext cx="503834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OBO / delegated access.</a:t>
            </a:r>
          </a:p>
          <a:p>
            <a:pPr algn="l">
              <a:buNone/>
            </a:pPr>
            <a:r>
              <a:rPr lang="en-US" sz="1600">
                <a:solidFill>
                  <a:srgbClr val="172A3A"/>
                </a:solidFill>
                <a:effectLst/>
                <a:latin typeface="Arial" panose="020B0604020202020204" pitchFamily="34" charset="0"/>
              </a:rPr>
              <a:t>Same tenant; scoped data access.</a:t>
            </a:r>
            <a:endParaRPr lang="en-US"/>
          </a:p>
        </p:txBody>
      </p:sp>
      <p:sp>
        <p:nvSpPr>
          <p:cNvPr id="4330" name="Rectangle 4329">
            <a:extLst>
              <a:ext uri="{FF2B5EF4-FFF2-40B4-BE49-F238E27FC236}">
                <a16:creationId xmlns:a16="http://schemas.microsoft.com/office/drawing/2014/main" id="{2A2AD9E7-1E3A-0628-93DD-D96D297C80A1}"/>
              </a:ext>
            </a:extLst>
          </p:cNvPr>
          <p:cNvSpPr/>
          <p:nvPr/>
        </p:nvSpPr>
        <p:spPr>
          <a:xfrm>
            <a:off x="6409944" y="2441448"/>
            <a:ext cx="503834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Caller hash, BU and request ID.</a:t>
            </a:r>
          </a:p>
          <a:p>
            <a:pPr algn="l">
              <a:buNone/>
            </a:pPr>
            <a:r>
              <a:rPr lang="en-US" sz="1600">
                <a:solidFill>
                  <a:srgbClr val="172A3A"/>
                </a:solidFill>
                <a:effectLst/>
                <a:latin typeface="Arial" panose="020B0604020202020204" pitchFamily="34" charset="0"/>
              </a:rPr>
              <a:t>No secrets or prompt bodies.</a:t>
            </a:r>
            <a:endParaRPr lang="en-US"/>
          </a:p>
        </p:txBody>
      </p:sp>
    </p:spTree>
    <p:extLst>
      <p:ext uri="{BB962C8B-B14F-4D97-AF65-F5344CB8AC3E}">
        <p14:creationId xmlns:p14="http://schemas.microsoft.com/office/powerpoint/2010/main" val="3392135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pic>
        <p:nvPicPr>
          <p:cNvPr id="5156" name="Picture 5155" descr="Generated illustrative semiconductor cleanroom; not a customer site.">
            <a:extLst>
              <a:ext uri="{FF2B5EF4-FFF2-40B4-BE49-F238E27FC236}">
                <a16:creationId xmlns:a16="http://schemas.microsoft.com/office/drawing/2014/main" id="{7E4D0BE4-8779-CAD7-AD33-B406F0F4DD39}"/>
              </a:ext>
            </a:extLst>
          </p:cNvPr>
          <p:cNvPicPr>
            <a:picLocks noChangeAspect="1"/>
          </p:cNvPicPr>
          <p:nvPr/>
        </p:nvPicPr>
        <p:blipFill>
          <a:blip r:embed="rId3"/>
          <a:stretch>
            <a:fillRect/>
          </a:stretch>
        </p:blipFill>
        <p:spPr>
          <a:xfrm>
            <a:off x="8366760" y="1801671"/>
            <a:ext cx="3273552" cy="2998625"/>
          </a:xfrm>
          <a:prstGeom prst="rect">
            <a:avLst/>
          </a:prstGeom>
        </p:spPr>
      </p:pic>
      <p:sp>
        <p:nvSpPr>
          <p:cNvPr id="5157" name="Rectangle 5156">
            <a:extLst>
              <a:ext uri="{FF2B5EF4-FFF2-40B4-BE49-F238E27FC236}">
                <a16:creationId xmlns:a16="http://schemas.microsoft.com/office/drawing/2014/main" id="{4327BFC2-3656-180F-9E84-34E82DA83293}"/>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59" name="Rectangle 5158">
            <a:extLst>
              <a:ext uri="{FF2B5EF4-FFF2-40B4-BE49-F238E27FC236}">
                <a16:creationId xmlns:a16="http://schemas.microsoft.com/office/drawing/2014/main" id="{8262837D-50E7-C454-A47A-4C3694CFF3DD}"/>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62" name="Rectangle 5161">
            <a:extLst>
              <a:ext uri="{FF2B5EF4-FFF2-40B4-BE49-F238E27FC236}">
                <a16:creationId xmlns:a16="http://schemas.microsoft.com/office/drawing/2014/main" id="{CB2A144B-2FF9-D34A-ABA8-EB81E9869DAC}"/>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66" name="Rectangle 5165">
            <a:extLst>
              <a:ext uri="{FF2B5EF4-FFF2-40B4-BE49-F238E27FC236}">
                <a16:creationId xmlns:a16="http://schemas.microsoft.com/office/drawing/2014/main" id="{93039085-D36E-96F3-525B-B185B28A9995}"/>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71" name="Rectangle 5170">
            <a:extLst>
              <a:ext uri="{FF2B5EF4-FFF2-40B4-BE49-F238E27FC236}">
                <a16:creationId xmlns:a16="http://schemas.microsoft.com/office/drawing/2014/main" id="{B50366EE-74AE-7729-AE4E-EDD9DF03EEED}"/>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5177" name="Rectangle 5176">
            <a:extLst>
              <a:ext uri="{FF2B5EF4-FFF2-40B4-BE49-F238E27FC236}">
                <a16:creationId xmlns:a16="http://schemas.microsoft.com/office/drawing/2014/main" id="{0E739B3F-1FDD-F3A3-ED46-B739B77B3738}"/>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5184" name="Rectangle 5183">
            <a:extLst>
              <a:ext uri="{FF2B5EF4-FFF2-40B4-BE49-F238E27FC236}">
                <a16:creationId xmlns:a16="http://schemas.microsoft.com/office/drawing/2014/main" id="{A3432CFA-E20C-B599-D354-6035EC104790}"/>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Approve a measured pilot—not a promise</a:t>
            </a:r>
          </a:p>
          <a:p>
            <a:pPr algn="l">
              <a:buNone/>
            </a:pPr>
            <a:r>
              <a:rPr lang="en-US" sz="100">
                <a:effectLst/>
              </a:rPr>
              <a:t> </a:t>
            </a:r>
            <a:endParaRPr lang="en-US"/>
          </a:p>
        </p:txBody>
      </p:sp>
      <p:sp>
        <p:nvSpPr>
          <p:cNvPr id="5192" name="Rectangle 5191">
            <a:extLst>
              <a:ext uri="{FF2B5EF4-FFF2-40B4-BE49-F238E27FC236}">
                <a16:creationId xmlns:a16="http://schemas.microsoft.com/office/drawing/2014/main" id="{FA94D36D-37AC-02E6-5910-A63FC229E9F3}"/>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proposed 90-day validation plan; timing is illustrative.</a:t>
            </a:r>
          </a:p>
          <a:p>
            <a:pPr algn="l">
              <a:buNone/>
            </a:pPr>
            <a:r>
              <a:rPr lang="en-US" sz="100">
                <a:effectLst/>
              </a:rPr>
              <a:t> </a:t>
            </a:r>
            <a:endParaRPr lang="en-US"/>
          </a:p>
        </p:txBody>
      </p:sp>
      <p:sp>
        <p:nvSpPr>
          <p:cNvPr id="5201" name="Rectangle 5200">
            <a:extLst>
              <a:ext uri="{FF2B5EF4-FFF2-40B4-BE49-F238E27FC236}">
                <a16:creationId xmlns:a16="http://schemas.microsoft.com/office/drawing/2014/main" id="{8631D9BB-008B-A145-5784-6E3DAC780D6E}"/>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5211" name="Rectangle 5210">
            <a:extLst>
              <a:ext uri="{FF2B5EF4-FFF2-40B4-BE49-F238E27FC236}">
                <a16:creationId xmlns:a16="http://schemas.microsoft.com/office/drawing/2014/main" id="{9E1C3345-4842-0220-20B2-F79C9456ACC8}"/>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13</a:t>
            </a:r>
          </a:p>
          <a:p>
            <a:pPr algn="r">
              <a:buNone/>
            </a:pPr>
            <a:r>
              <a:rPr lang="en-US" sz="100">
                <a:effectLst/>
              </a:rPr>
              <a:t> </a:t>
            </a:r>
            <a:endParaRPr lang="en-US"/>
          </a:p>
        </p:txBody>
      </p:sp>
      <p:sp>
        <p:nvSpPr>
          <p:cNvPr id="5222" name="Rectangle 5221">
            <a:extLst>
              <a:ext uri="{FF2B5EF4-FFF2-40B4-BE49-F238E27FC236}">
                <a16:creationId xmlns:a16="http://schemas.microsoft.com/office/drawing/2014/main" id="{C9FC8201-CD87-16B9-5FE8-BFF5BD2E7D0A}"/>
              </a:ext>
            </a:extLst>
          </p:cNvPr>
          <p:cNvSpPr/>
          <p:nvPr/>
        </p:nvSpPr>
        <p:spPr>
          <a:xfrm>
            <a:off x="548640" y="1810512"/>
            <a:ext cx="7498080" cy="850392"/>
          </a:xfrm>
          <a:prstGeom prst="rect">
            <a:avLst/>
          </a:prstGeom>
          <a:solidFill>
            <a:srgbClr val="E2EEF7"/>
          </a:solidFill>
          <a:ln>
            <a:solidFill>
              <a:srgbClr val="172A3A">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34" name="Rectangle 5233">
            <a:extLst>
              <a:ext uri="{FF2B5EF4-FFF2-40B4-BE49-F238E27FC236}">
                <a16:creationId xmlns:a16="http://schemas.microsoft.com/office/drawing/2014/main" id="{A29B1775-733D-3342-3C2C-0DB2D110193D}"/>
              </a:ext>
            </a:extLst>
          </p:cNvPr>
          <p:cNvSpPr/>
          <p:nvPr/>
        </p:nvSpPr>
        <p:spPr>
          <a:xfrm>
            <a:off x="713232" y="1929384"/>
            <a:ext cx="137160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Days 1–30</a:t>
            </a:r>
          </a:p>
          <a:p>
            <a:pPr algn="l">
              <a:buNone/>
            </a:pPr>
            <a:r>
              <a:rPr lang="en-US" sz="100">
                <a:effectLst/>
              </a:rPr>
              <a:t> </a:t>
            </a:r>
            <a:endParaRPr lang="en-US"/>
          </a:p>
        </p:txBody>
      </p:sp>
      <p:sp>
        <p:nvSpPr>
          <p:cNvPr id="5247" name="Rectangle 5246">
            <a:extLst>
              <a:ext uri="{FF2B5EF4-FFF2-40B4-BE49-F238E27FC236}">
                <a16:creationId xmlns:a16="http://schemas.microsoft.com/office/drawing/2014/main" id="{45D55683-52CA-065C-58D1-935B45812D91}"/>
              </a:ext>
            </a:extLst>
          </p:cNvPr>
          <p:cNvSpPr/>
          <p:nvPr/>
        </p:nvSpPr>
        <p:spPr>
          <a:xfrm>
            <a:off x="2194560" y="1883664"/>
            <a:ext cx="559612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2A3A"/>
                </a:solidFill>
                <a:effectLst/>
                <a:latin typeface="Arial" panose="020B0604020202020204" pitchFamily="34" charset="0"/>
              </a:rPr>
              <a:t>Baseline</a:t>
            </a:r>
          </a:p>
          <a:p>
            <a:pPr algn="l">
              <a:buNone/>
            </a:pPr>
            <a:r>
              <a:rPr lang="en-US" sz="100">
                <a:effectLst/>
              </a:rPr>
              <a:t> </a:t>
            </a:r>
            <a:endParaRPr lang="en-US"/>
          </a:p>
        </p:txBody>
      </p:sp>
      <p:sp>
        <p:nvSpPr>
          <p:cNvPr id="5261" name="Rectangle 5260">
            <a:extLst>
              <a:ext uri="{FF2B5EF4-FFF2-40B4-BE49-F238E27FC236}">
                <a16:creationId xmlns:a16="http://schemas.microsoft.com/office/drawing/2014/main" id="{951FBEB7-3273-5661-EAE7-9421BB3C8510}"/>
              </a:ext>
            </a:extLst>
          </p:cNvPr>
          <p:cNvSpPr/>
          <p:nvPr/>
        </p:nvSpPr>
        <p:spPr>
          <a:xfrm>
            <a:off x="2194560" y="2221992"/>
            <a:ext cx="5596128"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FinOps: reconcile bills; confirm access.</a:t>
            </a:r>
          </a:p>
          <a:p>
            <a:pPr algn="l">
              <a:buNone/>
            </a:pPr>
            <a:r>
              <a:rPr lang="en-US" sz="100">
                <a:effectLst/>
              </a:rPr>
              <a:t> </a:t>
            </a:r>
            <a:endParaRPr lang="en-US"/>
          </a:p>
        </p:txBody>
      </p:sp>
      <p:sp>
        <p:nvSpPr>
          <p:cNvPr id="5276" name="Rectangle 5275">
            <a:extLst>
              <a:ext uri="{FF2B5EF4-FFF2-40B4-BE49-F238E27FC236}">
                <a16:creationId xmlns:a16="http://schemas.microsoft.com/office/drawing/2014/main" id="{773B397E-0F7C-C6E8-BF1C-6ED796A37152}"/>
              </a:ext>
            </a:extLst>
          </p:cNvPr>
          <p:cNvSpPr/>
          <p:nvPr/>
        </p:nvSpPr>
        <p:spPr>
          <a:xfrm>
            <a:off x="548640" y="2816352"/>
            <a:ext cx="7498080" cy="850392"/>
          </a:xfrm>
          <a:prstGeom prst="rect">
            <a:avLst/>
          </a:prstGeom>
          <a:solidFill>
            <a:srgbClr val="E2EEF7"/>
          </a:solidFill>
          <a:ln>
            <a:solidFill>
              <a:srgbClr val="172A3A">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92" name="Rectangle 5291">
            <a:extLst>
              <a:ext uri="{FF2B5EF4-FFF2-40B4-BE49-F238E27FC236}">
                <a16:creationId xmlns:a16="http://schemas.microsoft.com/office/drawing/2014/main" id="{A2EBED6B-9E49-309E-701C-A053D4A77CA5}"/>
              </a:ext>
            </a:extLst>
          </p:cNvPr>
          <p:cNvSpPr/>
          <p:nvPr/>
        </p:nvSpPr>
        <p:spPr>
          <a:xfrm>
            <a:off x="713232" y="2935224"/>
            <a:ext cx="146304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Days 31–60</a:t>
            </a:r>
            <a:endParaRPr lang="en-US" sz="1600"/>
          </a:p>
        </p:txBody>
      </p:sp>
      <p:sp>
        <p:nvSpPr>
          <p:cNvPr id="5309" name="Rectangle 5308">
            <a:extLst>
              <a:ext uri="{FF2B5EF4-FFF2-40B4-BE49-F238E27FC236}">
                <a16:creationId xmlns:a16="http://schemas.microsoft.com/office/drawing/2014/main" id="{EDB387E5-D1CA-8A5D-162B-112D7F38ADC4}"/>
              </a:ext>
            </a:extLst>
          </p:cNvPr>
          <p:cNvSpPr/>
          <p:nvPr/>
        </p:nvSpPr>
        <p:spPr>
          <a:xfrm>
            <a:off x="2194560" y="2889504"/>
            <a:ext cx="559612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2A3A"/>
                </a:solidFill>
                <a:effectLst/>
                <a:latin typeface="Arial" panose="020B0604020202020204" pitchFamily="34" charset="0"/>
              </a:rPr>
              <a:t>Controlled test</a:t>
            </a:r>
          </a:p>
          <a:p>
            <a:pPr algn="l">
              <a:buNone/>
            </a:pPr>
            <a:r>
              <a:rPr lang="en-US" sz="100">
                <a:effectLst/>
              </a:rPr>
              <a:t> </a:t>
            </a:r>
            <a:endParaRPr lang="en-US"/>
          </a:p>
        </p:txBody>
      </p:sp>
      <p:sp>
        <p:nvSpPr>
          <p:cNvPr id="5327" name="Rectangle 5326">
            <a:extLst>
              <a:ext uri="{FF2B5EF4-FFF2-40B4-BE49-F238E27FC236}">
                <a16:creationId xmlns:a16="http://schemas.microsoft.com/office/drawing/2014/main" id="{51806348-13A9-4D34-60D0-3BD3B79527BF}"/>
              </a:ext>
            </a:extLst>
          </p:cNvPr>
          <p:cNvSpPr/>
          <p:nvPr/>
        </p:nvSpPr>
        <p:spPr>
          <a:xfrm>
            <a:off x="2194560" y="3227832"/>
            <a:ext cx="5596128"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Engineering: test one workload.</a:t>
            </a:r>
            <a:endParaRPr lang="en-US"/>
          </a:p>
        </p:txBody>
      </p:sp>
      <p:sp>
        <p:nvSpPr>
          <p:cNvPr id="5346" name="Rectangle 5345">
            <a:extLst>
              <a:ext uri="{FF2B5EF4-FFF2-40B4-BE49-F238E27FC236}">
                <a16:creationId xmlns:a16="http://schemas.microsoft.com/office/drawing/2014/main" id="{093390A4-FCBD-46D8-C472-45789F86D29D}"/>
              </a:ext>
            </a:extLst>
          </p:cNvPr>
          <p:cNvSpPr/>
          <p:nvPr/>
        </p:nvSpPr>
        <p:spPr>
          <a:xfrm>
            <a:off x="548640" y="3822192"/>
            <a:ext cx="7498080" cy="850392"/>
          </a:xfrm>
          <a:prstGeom prst="rect">
            <a:avLst/>
          </a:prstGeom>
          <a:solidFill>
            <a:srgbClr val="E2EEF7"/>
          </a:solidFill>
          <a:ln>
            <a:solidFill>
              <a:srgbClr val="172A3A">
                <a:alpha val="0"/>
              </a:srgbClr>
            </a:solidFill>
          </a:ln>
          <a:effectLst>
            <a:outerShdw blurRad="101600" dist="25400" dir="5400000" algn="ctr" rotWithShape="0">
              <a:srgbClr val="172A3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6" name="Rectangle 5365">
            <a:extLst>
              <a:ext uri="{FF2B5EF4-FFF2-40B4-BE49-F238E27FC236}">
                <a16:creationId xmlns:a16="http://schemas.microsoft.com/office/drawing/2014/main" id="{38F665A3-0895-0650-87B1-43686715103F}"/>
              </a:ext>
            </a:extLst>
          </p:cNvPr>
          <p:cNvSpPr/>
          <p:nvPr/>
        </p:nvSpPr>
        <p:spPr>
          <a:xfrm>
            <a:off x="713232" y="3941064"/>
            <a:ext cx="1463040" cy="530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0078D4"/>
                </a:solidFill>
                <a:effectLst/>
                <a:latin typeface="Arial" panose="020B0604020202020204" pitchFamily="34" charset="0"/>
              </a:rPr>
              <a:t>Days 61–90</a:t>
            </a:r>
            <a:endParaRPr lang="en-US" sz="1600"/>
          </a:p>
        </p:txBody>
      </p:sp>
      <p:sp>
        <p:nvSpPr>
          <p:cNvPr id="5387" name="Rectangle 5386">
            <a:extLst>
              <a:ext uri="{FF2B5EF4-FFF2-40B4-BE49-F238E27FC236}">
                <a16:creationId xmlns:a16="http://schemas.microsoft.com/office/drawing/2014/main" id="{49DABE76-05C1-F10C-C489-A5B8A6A07FFD}"/>
              </a:ext>
            </a:extLst>
          </p:cNvPr>
          <p:cNvSpPr/>
          <p:nvPr/>
        </p:nvSpPr>
        <p:spPr>
          <a:xfrm>
            <a:off x="2194560" y="3895344"/>
            <a:ext cx="559612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2A3A"/>
                </a:solidFill>
                <a:effectLst/>
                <a:latin typeface="Arial" panose="020B0604020202020204" pitchFamily="34" charset="0"/>
              </a:rPr>
              <a:t>Value validation</a:t>
            </a:r>
          </a:p>
          <a:p>
            <a:pPr algn="l">
              <a:buNone/>
            </a:pPr>
            <a:r>
              <a:rPr lang="en-US" sz="100">
                <a:effectLst/>
              </a:rPr>
              <a:t> </a:t>
            </a:r>
            <a:endParaRPr lang="en-US"/>
          </a:p>
        </p:txBody>
      </p:sp>
      <p:sp>
        <p:nvSpPr>
          <p:cNvPr id="5409" name="Rectangle 5408">
            <a:extLst>
              <a:ext uri="{FF2B5EF4-FFF2-40B4-BE49-F238E27FC236}">
                <a16:creationId xmlns:a16="http://schemas.microsoft.com/office/drawing/2014/main" id="{D07572D7-1E11-9246-CF04-6823DA343044}"/>
              </a:ext>
            </a:extLst>
          </p:cNvPr>
          <p:cNvSpPr/>
          <p:nvPr/>
        </p:nvSpPr>
        <p:spPr>
          <a:xfrm>
            <a:off x="2194560" y="4233672"/>
            <a:ext cx="5596128"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Finance + BU: approve changes; verify bills.</a:t>
            </a:r>
          </a:p>
          <a:p>
            <a:pPr algn="l">
              <a:buNone/>
            </a:pPr>
            <a:r>
              <a:rPr lang="en-US" sz="100">
                <a:effectLst/>
              </a:rPr>
              <a:t> </a:t>
            </a:r>
            <a:endParaRPr lang="en-US"/>
          </a:p>
        </p:txBody>
      </p:sp>
      <p:sp>
        <p:nvSpPr>
          <p:cNvPr id="5432" name="Rectangle 5431">
            <a:extLst>
              <a:ext uri="{FF2B5EF4-FFF2-40B4-BE49-F238E27FC236}">
                <a16:creationId xmlns:a16="http://schemas.microsoft.com/office/drawing/2014/main" id="{0D1F9DC3-BB27-2B19-9D91-9DDCEC4E7847}"/>
              </a:ext>
            </a:extLst>
          </p:cNvPr>
          <p:cNvSpPr/>
          <p:nvPr/>
        </p:nvSpPr>
        <p:spPr>
          <a:xfrm>
            <a:off x="548640" y="5010912"/>
            <a:ext cx="11091672" cy="786384"/>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100" b="1">
                <a:solidFill>
                  <a:srgbClr val="FFFFFF"/>
                </a:solidFill>
                <a:effectLst/>
                <a:latin typeface="Arial" panose="020B0604020202020204" pitchFamily="34" charset="0"/>
              </a:rPr>
              <a:t>Decision today: name a BU sponsor, provide 90 days of spend data, and authorize a bounded pilot.</a:t>
            </a:r>
          </a:p>
          <a:p>
            <a:pPr algn="l">
              <a:buNone/>
            </a:pPr>
            <a:r>
              <a:rPr lang="en-US" sz="100">
                <a:effectLst/>
              </a:rPr>
              <a:t> </a:t>
            </a:r>
            <a:endParaRPr lang="en-US"/>
          </a:p>
        </p:txBody>
      </p:sp>
    </p:spTree>
    <p:extLst>
      <p:ext uri="{BB962C8B-B14F-4D97-AF65-F5344CB8AC3E}">
        <p14:creationId xmlns:p14="http://schemas.microsoft.com/office/powerpoint/2010/main" val="362140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3851" name="Rectangle 3850">
            <a:extLst>
              <a:ext uri="{FF2B5EF4-FFF2-40B4-BE49-F238E27FC236}">
                <a16:creationId xmlns:a16="http://schemas.microsoft.com/office/drawing/2014/main" id="{8CED5FDF-71E8-8A13-7267-AA3385327E4B}"/>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53" name="Rectangle 3852">
            <a:extLst>
              <a:ext uri="{FF2B5EF4-FFF2-40B4-BE49-F238E27FC236}">
                <a16:creationId xmlns:a16="http://schemas.microsoft.com/office/drawing/2014/main" id="{51199F75-97D9-2FA5-1C9A-3A41B12E79D1}"/>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56" name="Rectangle 3855">
            <a:extLst>
              <a:ext uri="{FF2B5EF4-FFF2-40B4-BE49-F238E27FC236}">
                <a16:creationId xmlns:a16="http://schemas.microsoft.com/office/drawing/2014/main" id="{E69437A3-74AF-8382-62D9-FEFB115A1D47}"/>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60" name="Rectangle 3859">
            <a:extLst>
              <a:ext uri="{FF2B5EF4-FFF2-40B4-BE49-F238E27FC236}">
                <a16:creationId xmlns:a16="http://schemas.microsoft.com/office/drawing/2014/main" id="{2C50216C-FAC4-DE4D-2213-EA36286F2D22}"/>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65" name="Rectangle 3864">
            <a:extLst>
              <a:ext uri="{FF2B5EF4-FFF2-40B4-BE49-F238E27FC236}">
                <a16:creationId xmlns:a16="http://schemas.microsoft.com/office/drawing/2014/main" id="{00BF5CFB-E8D7-FC81-DC7A-1E263A26BF8C}"/>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3871" name="Rectangle 3870">
            <a:extLst>
              <a:ext uri="{FF2B5EF4-FFF2-40B4-BE49-F238E27FC236}">
                <a16:creationId xmlns:a16="http://schemas.microsoft.com/office/drawing/2014/main" id="{7838BCC1-B038-7C06-C20A-3B70CEFCCC69}"/>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3878" name="Rectangle 3877">
            <a:extLst>
              <a:ext uri="{FF2B5EF4-FFF2-40B4-BE49-F238E27FC236}">
                <a16:creationId xmlns:a16="http://schemas.microsoft.com/office/drawing/2014/main" id="{792947BC-D877-37DA-0468-E13F4CAF63D5}"/>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Make the financial assumptions auditable</a:t>
            </a:r>
          </a:p>
          <a:p>
            <a:pPr algn="l">
              <a:buNone/>
            </a:pPr>
            <a:r>
              <a:rPr lang="en-US" sz="100">
                <a:effectLst/>
              </a:rPr>
              <a:t> </a:t>
            </a:r>
            <a:endParaRPr lang="en-US"/>
          </a:p>
        </p:txBody>
      </p:sp>
      <p:sp>
        <p:nvSpPr>
          <p:cNvPr id="3886" name="Rectangle 3885">
            <a:extLst>
              <a:ext uri="{FF2B5EF4-FFF2-40B4-BE49-F238E27FC236}">
                <a16:creationId xmlns:a16="http://schemas.microsoft.com/office/drawing/2014/main" id="{AE8CDE66-707E-BCC8-ACEC-EC9597FCF49E}"/>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 illustrative model. Dollars USD; savings are not verified customer economics.</a:t>
            </a:r>
          </a:p>
          <a:p>
            <a:pPr algn="l">
              <a:buNone/>
            </a:pPr>
            <a:r>
              <a:rPr lang="en-US" sz="100">
                <a:effectLst/>
              </a:rPr>
              <a:t> </a:t>
            </a:r>
            <a:endParaRPr lang="en-US"/>
          </a:p>
        </p:txBody>
      </p:sp>
      <p:sp>
        <p:nvSpPr>
          <p:cNvPr id="3895" name="Rectangle 3894">
            <a:extLst>
              <a:ext uri="{FF2B5EF4-FFF2-40B4-BE49-F238E27FC236}">
                <a16:creationId xmlns:a16="http://schemas.microsoft.com/office/drawing/2014/main" id="{CE3E3A02-2CA0-602B-6F05-A6D1624AD74A}"/>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3905" name="Rectangle 3904">
            <a:extLst>
              <a:ext uri="{FF2B5EF4-FFF2-40B4-BE49-F238E27FC236}">
                <a16:creationId xmlns:a16="http://schemas.microsoft.com/office/drawing/2014/main" id="{3F526F95-4617-7C88-04B5-C69FF7EDE72E}"/>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14</a:t>
            </a:r>
          </a:p>
          <a:p>
            <a:pPr algn="r">
              <a:buNone/>
            </a:pPr>
            <a:r>
              <a:rPr lang="en-US" sz="100">
                <a:effectLst/>
              </a:rPr>
              <a:t> </a:t>
            </a:r>
            <a:endParaRPr lang="en-US"/>
          </a:p>
        </p:txBody>
      </p:sp>
      <p:graphicFrame>
        <p:nvGraphicFramePr>
          <p:cNvPr id="15" name="Table 14">
            <a:extLst>
              <a:ext uri="{FF2B5EF4-FFF2-40B4-BE49-F238E27FC236}">
                <a16:creationId xmlns:a16="http://schemas.microsoft.com/office/drawing/2014/main" id="{B00601C4-AF0E-425C-BDC0-C2287B00FE8D}"/>
              </a:ext>
            </a:extLst>
          </p:cNvPr>
          <p:cNvGraphicFramePr>
            <a:graphicFrameLocks noGrp="1"/>
          </p:cNvGraphicFramePr>
          <p:nvPr/>
        </p:nvGraphicFramePr>
        <p:xfrm>
          <a:off x="548640" y="1755648"/>
          <a:ext cx="8128000" cy="3078480"/>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219193699"/>
                    </a:ext>
                  </a:extLst>
                </a:gridCol>
                <a:gridCol w="2032000">
                  <a:extLst>
                    <a:ext uri="{9D8B030D-6E8A-4147-A177-3AD203B41FA5}">
                      <a16:colId xmlns:a16="http://schemas.microsoft.com/office/drawing/2014/main" val="1687969272"/>
                    </a:ext>
                  </a:extLst>
                </a:gridCol>
                <a:gridCol w="2032000">
                  <a:extLst>
                    <a:ext uri="{9D8B030D-6E8A-4147-A177-3AD203B41FA5}">
                      <a16:colId xmlns:a16="http://schemas.microsoft.com/office/drawing/2014/main" val="695280638"/>
                    </a:ext>
                  </a:extLst>
                </a:gridCol>
                <a:gridCol w="2032000">
                  <a:extLst>
                    <a:ext uri="{9D8B030D-6E8A-4147-A177-3AD203B41FA5}">
                      <a16:colId xmlns:a16="http://schemas.microsoft.com/office/drawing/2014/main" val="3533104228"/>
                    </a:ext>
                  </a:extLst>
                </a:gridCol>
              </a:tblGrid>
              <a:tr h="0">
                <a:tc>
                  <a:txBody>
                    <a:bodyPr/>
                    <a:lstStyle/>
                    <a:p>
                      <a:pPr>
                        <a:buNone/>
                      </a:pPr>
                      <a:r>
                        <a:rPr lang="en-US" sz="1400" b="1">
                          <a:solidFill>
                            <a:srgbClr val="FFFFFF"/>
                          </a:solidFill>
                          <a:effectLst/>
                          <a:latin typeface="Arial" panose="020B0604020202020204" pitchFamily="34" charset="0"/>
                        </a:rPr>
                        <a:t>Planning input / result</a:t>
                      </a:r>
                    </a:p>
                  </a:txBody>
                  <a:tcPr anchor="ctr">
                    <a:lnL>
                      <a:noFill/>
                    </a:lnL>
                    <a:lnR>
                      <a:noFill/>
                    </a:lnR>
                    <a:lnT>
                      <a:noFill/>
                    </a:lnT>
                    <a:lnB>
                      <a:noFill/>
                    </a:lnB>
                    <a:solidFill>
                      <a:srgbClr val="172A3A"/>
                    </a:solidFill>
                  </a:tcPr>
                </a:tc>
                <a:tc>
                  <a:txBody>
                    <a:bodyPr/>
                    <a:lstStyle/>
                    <a:p>
                      <a:pPr algn="ctr">
                        <a:buNone/>
                      </a:pPr>
                      <a:r>
                        <a:rPr lang="en-US" sz="1400" b="1">
                          <a:solidFill>
                            <a:srgbClr val="FFFFFF"/>
                          </a:solidFill>
                          <a:effectLst/>
                          <a:latin typeface="Arial" panose="020B0604020202020204" pitchFamily="34" charset="0"/>
                        </a:rPr>
                        <a:t>Lower spend</a:t>
                      </a:r>
                    </a:p>
                  </a:txBody>
                  <a:tcPr anchor="ctr">
                    <a:lnL>
                      <a:noFill/>
                    </a:lnL>
                    <a:lnR>
                      <a:noFill/>
                    </a:lnR>
                    <a:lnT>
                      <a:noFill/>
                    </a:lnT>
                    <a:lnB>
                      <a:noFill/>
                    </a:lnB>
                    <a:solidFill>
                      <a:srgbClr val="172A3A"/>
                    </a:solidFill>
                  </a:tcPr>
                </a:tc>
                <a:tc>
                  <a:txBody>
                    <a:bodyPr/>
                    <a:lstStyle/>
                    <a:p>
                      <a:pPr algn="ctr">
                        <a:buNone/>
                      </a:pPr>
                      <a:r>
                        <a:rPr lang="en-US" sz="1400" b="1">
                          <a:solidFill>
                            <a:srgbClr val="FFFFFF"/>
                          </a:solidFill>
                          <a:effectLst/>
                          <a:latin typeface="Arial" panose="020B0604020202020204" pitchFamily="34" charset="0"/>
                        </a:rPr>
                        <a:t>Planning case</a:t>
                      </a:r>
                    </a:p>
                  </a:txBody>
                  <a:tcPr anchor="ctr">
                    <a:lnL>
                      <a:noFill/>
                    </a:lnL>
                    <a:lnR>
                      <a:noFill/>
                    </a:lnR>
                    <a:lnT>
                      <a:noFill/>
                    </a:lnT>
                    <a:lnB>
                      <a:noFill/>
                    </a:lnB>
                    <a:solidFill>
                      <a:srgbClr val="172A3A"/>
                    </a:solidFill>
                  </a:tcPr>
                </a:tc>
                <a:tc>
                  <a:txBody>
                    <a:bodyPr/>
                    <a:lstStyle/>
                    <a:p>
                      <a:pPr algn="ctr">
                        <a:buNone/>
                      </a:pPr>
                      <a:r>
                        <a:rPr lang="en-US" sz="1400" b="1">
                          <a:solidFill>
                            <a:srgbClr val="FFFFFF"/>
                          </a:solidFill>
                          <a:effectLst/>
                          <a:latin typeface="Arial" panose="020B0604020202020204" pitchFamily="34" charset="0"/>
                        </a:rPr>
                        <a:t>Higher spend</a:t>
                      </a:r>
                    </a:p>
                  </a:txBody>
                  <a:tcPr anchor="ctr">
                    <a:lnL>
                      <a:noFill/>
                    </a:lnL>
                    <a:lnR>
                      <a:noFill/>
                    </a:lnR>
                    <a:lnT>
                      <a:noFill/>
                    </a:lnT>
                    <a:lnB>
                      <a:noFill/>
                    </a:lnB>
                    <a:solidFill>
                      <a:srgbClr val="172A3A"/>
                    </a:solidFill>
                  </a:tcPr>
                </a:tc>
                <a:extLst>
                  <a:ext uri="{0D108BD9-81ED-4DB2-BD59-A6C34878D82A}">
                    <a16:rowId xmlns:a16="http://schemas.microsoft.com/office/drawing/2014/main" val="4004833312"/>
                  </a:ext>
                </a:extLst>
              </a:tr>
              <a:tr h="0">
                <a:tc>
                  <a:txBody>
                    <a:bodyPr/>
                    <a:lstStyle/>
                    <a:p>
                      <a:pPr>
                        <a:buNone/>
                      </a:pPr>
                      <a:r>
                        <a:rPr lang="en-US" sz="1400">
                          <a:effectLst/>
                          <a:latin typeface="Arial" panose="020B0604020202020204" pitchFamily="34" charset="0"/>
                        </a:rPr>
                        <a:t>AI consumption / month</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$1,000,000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$5,000,000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$10,000,000</a:t>
                      </a:r>
                    </a:p>
                  </a:txBody>
                  <a:tcPr anchor="ctr">
                    <a:lnL>
                      <a:noFill/>
                    </a:lnL>
                    <a:lnR>
                      <a:noFill/>
                    </a:lnR>
                    <a:lnT>
                      <a:noFill/>
                    </a:lnT>
                    <a:lnB>
                      <a:noFill/>
                    </a:lnB>
                    <a:noFill/>
                  </a:tcPr>
                </a:tc>
                <a:extLst>
                  <a:ext uri="{0D108BD9-81ED-4DB2-BD59-A6C34878D82A}">
                    <a16:rowId xmlns:a16="http://schemas.microsoft.com/office/drawing/2014/main" val="3413874023"/>
                  </a:ext>
                </a:extLst>
              </a:tr>
              <a:tr h="0">
                <a:tc>
                  <a:txBody>
                    <a:bodyPr/>
                    <a:lstStyle/>
                    <a:p>
                      <a:pPr>
                        <a:buNone/>
                      </a:pPr>
                      <a:r>
                        <a:rPr lang="en-US" sz="1400">
                          <a:effectLst/>
                          <a:latin typeface="Arial" panose="020B0604020202020204" pitchFamily="34" charset="0"/>
                        </a:rPr>
                        <a:t>Gross savings / month</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$230,880</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$1,154,400</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$2,308,800</a:t>
                      </a:r>
                    </a:p>
                  </a:txBody>
                  <a:tcPr anchor="ctr">
                    <a:lnL>
                      <a:noFill/>
                    </a:lnL>
                    <a:lnR>
                      <a:noFill/>
                    </a:lnR>
                    <a:lnT>
                      <a:noFill/>
                    </a:lnT>
                    <a:lnB>
                      <a:noFill/>
                    </a:lnB>
                    <a:solidFill>
                      <a:srgbClr val="E8EAEB"/>
                    </a:solidFill>
                  </a:tcPr>
                </a:tc>
                <a:extLst>
                  <a:ext uri="{0D108BD9-81ED-4DB2-BD59-A6C34878D82A}">
                    <a16:rowId xmlns:a16="http://schemas.microsoft.com/office/drawing/2014/main" val="1377258678"/>
                  </a:ext>
                </a:extLst>
              </a:tr>
              <a:tr h="0">
                <a:tc>
                  <a:txBody>
                    <a:bodyPr/>
                    <a:lstStyle/>
                    <a:p>
                      <a:pPr>
                        <a:buNone/>
                      </a:pPr>
                      <a:r>
                        <a:rPr lang="en-US" sz="1400">
                          <a:effectLst/>
                          <a:latin typeface="Arial" panose="020B0604020202020204" pitchFamily="34" charset="0"/>
                        </a:rPr>
                        <a:t>Platform cost / month</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$50,000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$100,000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$150,000</a:t>
                      </a:r>
                    </a:p>
                  </a:txBody>
                  <a:tcPr anchor="ctr">
                    <a:lnL>
                      <a:noFill/>
                    </a:lnL>
                    <a:lnR>
                      <a:noFill/>
                    </a:lnR>
                    <a:lnT>
                      <a:noFill/>
                    </a:lnT>
                    <a:lnB>
                      <a:noFill/>
                    </a:lnB>
                    <a:noFill/>
                  </a:tcPr>
                </a:tc>
                <a:extLst>
                  <a:ext uri="{0D108BD9-81ED-4DB2-BD59-A6C34878D82A}">
                    <a16:rowId xmlns:a16="http://schemas.microsoft.com/office/drawing/2014/main" val="1517279483"/>
                  </a:ext>
                </a:extLst>
              </a:tr>
              <a:tr h="0">
                <a:tc>
                  <a:txBody>
                    <a:bodyPr/>
                    <a:lstStyle/>
                    <a:p>
                      <a:pPr>
                        <a:buNone/>
                      </a:pPr>
                      <a:r>
                        <a:rPr lang="en-US" sz="1400">
                          <a:effectLst/>
                          <a:latin typeface="Arial" panose="020B0604020202020204" pitchFamily="34" charset="0"/>
                        </a:rPr>
                        <a:t>Net savings / month</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$180,880</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$1,054,400</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$2,158,800</a:t>
                      </a:r>
                    </a:p>
                  </a:txBody>
                  <a:tcPr anchor="ctr">
                    <a:lnL>
                      <a:noFill/>
                    </a:lnL>
                    <a:lnR>
                      <a:noFill/>
                    </a:lnR>
                    <a:lnT>
                      <a:noFill/>
                    </a:lnT>
                    <a:lnB>
                      <a:noFill/>
                    </a:lnB>
                    <a:solidFill>
                      <a:srgbClr val="E8EAEB"/>
                    </a:solidFill>
                  </a:tcPr>
                </a:tc>
                <a:extLst>
                  <a:ext uri="{0D108BD9-81ED-4DB2-BD59-A6C34878D82A}">
                    <a16:rowId xmlns:a16="http://schemas.microsoft.com/office/drawing/2014/main" val="4072240981"/>
                  </a:ext>
                </a:extLst>
              </a:tr>
              <a:tr h="0">
                <a:tc>
                  <a:txBody>
                    <a:bodyPr/>
                    <a:lstStyle/>
                    <a:p>
                      <a:pPr>
                        <a:buNone/>
                      </a:pPr>
                      <a:r>
                        <a:rPr lang="en-US" sz="1400">
                          <a:effectLst/>
                          <a:latin typeface="Arial" panose="020B0604020202020204" pitchFamily="34" charset="0"/>
                        </a:rPr>
                        <a:t>Net annual run-rate</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$2,170,560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$12,652,800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$25,905,600</a:t>
                      </a:r>
                    </a:p>
                  </a:txBody>
                  <a:tcPr anchor="ctr">
                    <a:lnL>
                      <a:noFill/>
                    </a:lnL>
                    <a:lnR>
                      <a:noFill/>
                    </a:lnR>
                    <a:lnT>
                      <a:noFill/>
                    </a:lnT>
                    <a:lnB>
                      <a:noFill/>
                    </a:lnB>
                    <a:noFill/>
                  </a:tcPr>
                </a:tc>
                <a:extLst>
                  <a:ext uri="{0D108BD9-81ED-4DB2-BD59-A6C34878D82A}">
                    <a16:rowId xmlns:a16="http://schemas.microsoft.com/office/drawing/2014/main" val="1245306348"/>
                  </a:ext>
                </a:extLst>
              </a:tr>
              <a:tr h="0">
                <a:tc>
                  <a:txBody>
                    <a:bodyPr/>
                    <a:lstStyle/>
                    <a:p>
                      <a:pPr>
                        <a:buNone/>
                      </a:pPr>
                      <a:r>
                        <a:rPr lang="en-US" sz="1400">
                          <a:effectLst/>
                          <a:latin typeface="Arial" panose="020B0604020202020204" pitchFamily="34" charset="0"/>
                        </a:rPr>
                        <a:t>One-time setup</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$300,000</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$600,000</a:t>
                      </a:r>
                    </a:p>
                  </a:txBody>
                  <a:tcPr anchor="ctr">
                    <a:lnL>
                      <a:noFill/>
                    </a:lnL>
                    <a:lnR>
                      <a:noFill/>
                    </a:lnR>
                    <a:lnT>
                      <a:noFill/>
                    </a:lnT>
                    <a:lnB>
                      <a:noFill/>
                    </a:lnB>
                    <a:solidFill>
                      <a:srgbClr val="E8EAEB"/>
                    </a:solidFill>
                  </a:tcPr>
                </a:tc>
                <a:tc>
                  <a:txBody>
                    <a:bodyPr/>
                    <a:lstStyle/>
                    <a:p>
                      <a:pPr algn="ctr">
                        <a:buNone/>
                      </a:pPr>
                      <a:r>
                        <a:rPr lang="en-US" sz="1400">
                          <a:effectLst/>
                          <a:latin typeface="Arial" panose="020B0604020202020204" pitchFamily="34" charset="0"/>
                        </a:rPr>
                        <a:t>$900,000</a:t>
                      </a:r>
                    </a:p>
                  </a:txBody>
                  <a:tcPr anchor="ctr">
                    <a:lnL>
                      <a:noFill/>
                    </a:lnL>
                    <a:lnR>
                      <a:noFill/>
                    </a:lnR>
                    <a:lnT>
                      <a:noFill/>
                    </a:lnT>
                    <a:lnB>
                      <a:noFill/>
                    </a:lnB>
                    <a:solidFill>
                      <a:srgbClr val="E8EAEB"/>
                    </a:solidFill>
                  </a:tcPr>
                </a:tc>
                <a:extLst>
                  <a:ext uri="{0D108BD9-81ED-4DB2-BD59-A6C34878D82A}">
                    <a16:rowId xmlns:a16="http://schemas.microsoft.com/office/drawing/2014/main" val="3819496240"/>
                  </a:ext>
                </a:extLst>
              </a:tr>
              <a:tr h="0">
                <a:tc>
                  <a:txBody>
                    <a:bodyPr/>
                    <a:lstStyle/>
                    <a:p>
                      <a:pPr>
                        <a:buNone/>
                      </a:pPr>
                      <a:r>
                        <a:rPr lang="en-US" sz="1400">
                          <a:effectLst/>
                          <a:latin typeface="Arial" panose="020B0604020202020204" pitchFamily="34" charset="0"/>
                        </a:rPr>
                        <a:t>Year-one net after ramp</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$1,524,240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$10,321,200</a:t>
                      </a:r>
                    </a:p>
                  </a:txBody>
                  <a:tcPr anchor="ctr">
                    <a:lnL>
                      <a:noFill/>
                    </a:lnL>
                    <a:lnR>
                      <a:noFill/>
                    </a:lnR>
                    <a:lnT>
                      <a:noFill/>
                    </a:lnT>
                    <a:lnB>
                      <a:noFill/>
                    </a:lnB>
                    <a:noFill/>
                  </a:tcPr>
                </a:tc>
                <a:tc>
                  <a:txBody>
                    <a:bodyPr/>
                    <a:lstStyle/>
                    <a:p>
                      <a:pPr algn="ctr">
                        <a:buNone/>
                      </a:pPr>
                      <a:r>
                        <a:rPr lang="en-US" sz="1400">
                          <a:effectLst/>
                          <a:latin typeface="Arial" panose="020B0604020202020204" pitchFamily="34" charset="0"/>
                        </a:rPr>
                        <a:t>$21,542,400</a:t>
                      </a:r>
                    </a:p>
                  </a:txBody>
                  <a:tcPr anchor="ctr">
                    <a:lnL>
                      <a:noFill/>
                    </a:lnL>
                    <a:lnR>
                      <a:noFill/>
                    </a:lnR>
                    <a:lnT>
                      <a:noFill/>
                    </a:lnT>
                    <a:lnB>
                      <a:noFill/>
                    </a:lnB>
                    <a:noFill/>
                  </a:tcPr>
                </a:tc>
                <a:extLst>
                  <a:ext uri="{0D108BD9-81ED-4DB2-BD59-A6C34878D82A}">
                    <a16:rowId xmlns:a16="http://schemas.microsoft.com/office/drawing/2014/main" val="3634526924"/>
                  </a:ext>
                </a:extLst>
              </a:tr>
            </a:tbl>
          </a:graphicData>
        </a:graphic>
      </p:graphicFrame>
      <p:sp>
        <p:nvSpPr>
          <p:cNvPr id="3917" name="Rectangle 3916">
            <a:extLst>
              <a:ext uri="{FF2B5EF4-FFF2-40B4-BE49-F238E27FC236}">
                <a16:creationId xmlns:a16="http://schemas.microsoft.com/office/drawing/2014/main" id="{F22F13F9-99BC-86AB-C34B-DA4C5BF01A8D}"/>
              </a:ext>
            </a:extLst>
          </p:cNvPr>
          <p:cNvSpPr/>
          <p:nvPr/>
        </p:nvSpPr>
        <p:spPr>
          <a:xfrm>
            <a:off x="548640" y="4965192"/>
            <a:ext cx="11064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2A3A"/>
                </a:solidFill>
                <a:effectLst/>
                <a:latin typeface="Arial" panose="020B0604020202020204" pitchFamily="34" charset="0"/>
              </a:rPr>
              <a:t>Gross = S × (1 − .88 × .92 × .95)   |   Year one = 10.5 × gross − 12 × platform − setup</a:t>
            </a:r>
          </a:p>
          <a:p>
            <a:pPr algn="l">
              <a:buNone/>
            </a:pPr>
            <a:r>
              <a:rPr lang="en-US" sz="100">
                <a:effectLst/>
              </a:rPr>
              <a:t> </a:t>
            </a:r>
            <a:endParaRPr lang="en-US"/>
          </a:p>
        </p:txBody>
      </p:sp>
      <p:sp>
        <p:nvSpPr>
          <p:cNvPr id="4141" name="Rectangle 4140">
            <a:extLst>
              <a:ext uri="{FF2B5EF4-FFF2-40B4-BE49-F238E27FC236}">
                <a16:creationId xmlns:a16="http://schemas.microsoft.com/office/drawing/2014/main" id="{9381755F-8806-76F2-51BC-6B015A87B312}"/>
              </a:ext>
            </a:extLst>
          </p:cNvPr>
          <p:cNvSpPr/>
          <p:nvPr/>
        </p:nvSpPr>
        <p:spPr>
          <a:xfrm>
            <a:off x="548640" y="5486400"/>
            <a:ext cx="11091672" cy="411480"/>
          </a:xfrm>
          <a:prstGeom prst="rect">
            <a:avLst/>
          </a:prstGeom>
          <a:solidFill>
            <a:srgbClr val="E2EEF7"/>
          </a:solidFill>
          <a:ln>
            <a:solidFill>
              <a:srgbClr val="E2EE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2A3A"/>
                </a:solidFill>
                <a:effectLst/>
                <a:latin typeface="Arial" panose="020B0604020202020204" pitchFamily="34" charset="0"/>
              </a:rPr>
              <a:t>Illustrative planning assumptions — not Micron spend, Microsoft pricing quotes, or guaranteed savings</a:t>
            </a:r>
          </a:p>
          <a:p>
            <a:pPr algn="l">
              <a:buNone/>
            </a:pPr>
            <a:r>
              <a:rPr lang="en-US" sz="100">
                <a:effectLst/>
              </a:rPr>
              <a:t> </a:t>
            </a:r>
            <a:endParaRPr lang="en-US"/>
          </a:p>
        </p:txBody>
      </p:sp>
    </p:spTree>
    <p:extLst>
      <p:ext uri="{BB962C8B-B14F-4D97-AF65-F5344CB8AC3E}">
        <p14:creationId xmlns:p14="http://schemas.microsoft.com/office/powerpoint/2010/main" val="3882148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pic>
        <p:nvPicPr>
          <p:cNvPr id="5433" name="Picture 5432" descr="Generated illustrative semiconductor cleanroom.">
            <a:extLst>
              <a:ext uri="{FF2B5EF4-FFF2-40B4-BE49-F238E27FC236}">
                <a16:creationId xmlns:a16="http://schemas.microsoft.com/office/drawing/2014/main" id="{416B9FBE-BA00-55FD-C1AE-AB4A8DACB0D9}"/>
              </a:ext>
            </a:extLst>
          </p:cNvPr>
          <p:cNvPicPr>
            <a:picLocks noChangeAspect="1"/>
          </p:cNvPicPr>
          <p:nvPr/>
        </p:nvPicPr>
        <p:blipFill>
          <a:blip r:embed="rId3"/>
          <a:stretch>
            <a:fillRect/>
          </a:stretch>
        </p:blipFill>
        <p:spPr>
          <a:xfrm>
            <a:off x="8485743" y="1764792"/>
            <a:ext cx="3154457" cy="4041648"/>
          </a:xfrm>
          <a:prstGeom prst="rect">
            <a:avLst/>
          </a:prstGeom>
        </p:spPr>
      </p:pic>
      <p:sp>
        <p:nvSpPr>
          <p:cNvPr id="5434" name="Rectangle 5433">
            <a:extLst>
              <a:ext uri="{FF2B5EF4-FFF2-40B4-BE49-F238E27FC236}">
                <a16:creationId xmlns:a16="http://schemas.microsoft.com/office/drawing/2014/main" id="{B4134D69-CD13-43D5-9A1E-7EDC89374305}"/>
              </a:ext>
            </a:extLst>
          </p:cNvPr>
          <p:cNvSpPr/>
          <p:nvPr/>
        </p:nvSpPr>
        <p:spPr>
          <a:xfrm>
            <a:off x="548640" y="457200"/>
            <a:ext cx="150876" cy="150876"/>
          </a:xfrm>
          <a:prstGeom prst="rect">
            <a:avLst/>
          </a:prstGeom>
          <a:solidFill>
            <a:srgbClr val="F25022"/>
          </a:solidFill>
          <a:ln>
            <a:solidFill>
              <a:srgbClr val="F2502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36" name="Rectangle 5435">
            <a:extLst>
              <a:ext uri="{FF2B5EF4-FFF2-40B4-BE49-F238E27FC236}">
                <a16:creationId xmlns:a16="http://schemas.microsoft.com/office/drawing/2014/main" id="{597AF305-E727-F236-E201-7ACA475B5428}"/>
              </a:ext>
            </a:extLst>
          </p:cNvPr>
          <p:cNvSpPr/>
          <p:nvPr/>
        </p:nvSpPr>
        <p:spPr>
          <a:xfrm>
            <a:off x="722376" y="457200"/>
            <a:ext cx="150876" cy="150876"/>
          </a:xfrm>
          <a:prstGeom prst="rect">
            <a:avLst/>
          </a:prstGeom>
          <a:solidFill>
            <a:srgbClr val="7FBA00"/>
          </a:solidFill>
          <a:ln>
            <a:solidFill>
              <a:srgbClr val="7FBA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39" name="Rectangle 5438">
            <a:extLst>
              <a:ext uri="{FF2B5EF4-FFF2-40B4-BE49-F238E27FC236}">
                <a16:creationId xmlns:a16="http://schemas.microsoft.com/office/drawing/2014/main" id="{F1311934-1BA4-BB29-9FC0-CE70CB2F728B}"/>
              </a:ext>
            </a:extLst>
          </p:cNvPr>
          <p:cNvSpPr/>
          <p:nvPr/>
        </p:nvSpPr>
        <p:spPr>
          <a:xfrm>
            <a:off x="548640" y="630936"/>
            <a:ext cx="150876" cy="150876"/>
          </a:xfrm>
          <a:prstGeom prst="rect">
            <a:avLst/>
          </a:prstGeom>
          <a:solidFill>
            <a:srgbClr val="00A4EF"/>
          </a:solidFill>
          <a:ln>
            <a:solidFill>
              <a:srgbClr val="00A4E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43" name="Rectangle 5442">
            <a:extLst>
              <a:ext uri="{FF2B5EF4-FFF2-40B4-BE49-F238E27FC236}">
                <a16:creationId xmlns:a16="http://schemas.microsoft.com/office/drawing/2014/main" id="{F3448917-6980-9834-E66D-1962EFC62505}"/>
              </a:ext>
            </a:extLst>
          </p:cNvPr>
          <p:cNvSpPr/>
          <p:nvPr/>
        </p:nvSpPr>
        <p:spPr>
          <a:xfrm>
            <a:off x="722376" y="630936"/>
            <a:ext cx="150876" cy="150876"/>
          </a:xfrm>
          <a:prstGeom prst="rect">
            <a:avLst/>
          </a:prstGeom>
          <a:solidFill>
            <a:srgbClr val="FFB900"/>
          </a:solidFill>
          <a:ln>
            <a:solidFill>
              <a:srgbClr val="FFB900"/>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48" name="Rectangle 5447">
            <a:extLst>
              <a:ext uri="{FF2B5EF4-FFF2-40B4-BE49-F238E27FC236}">
                <a16:creationId xmlns:a16="http://schemas.microsoft.com/office/drawing/2014/main" id="{FAF40148-D0C9-9CAE-20EB-2B95A45C92A1}"/>
              </a:ext>
            </a:extLst>
          </p:cNvPr>
          <p:cNvSpPr/>
          <p:nvPr/>
        </p:nvSpPr>
        <p:spPr>
          <a:xfrm>
            <a:off x="941832" y="420624"/>
            <a:ext cx="18288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737373"/>
                </a:solidFill>
                <a:effectLst/>
                <a:latin typeface="Arial" panose="020B0604020202020204" pitchFamily="34" charset="0"/>
              </a:rPr>
              <a:t>Microsoft</a:t>
            </a:r>
          </a:p>
          <a:p>
            <a:pPr algn="l">
              <a:buNone/>
            </a:pPr>
            <a:r>
              <a:rPr lang="en-US" sz="100">
                <a:effectLst/>
              </a:rPr>
              <a:t> </a:t>
            </a:r>
            <a:endParaRPr lang="en-US"/>
          </a:p>
        </p:txBody>
      </p:sp>
      <p:sp>
        <p:nvSpPr>
          <p:cNvPr id="5454" name="Rectangle 5453">
            <a:extLst>
              <a:ext uri="{FF2B5EF4-FFF2-40B4-BE49-F238E27FC236}">
                <a16:creationId xmlns:a16="http://schemas.microsoft.com/office/drawing/2014/main" id="{B6407835-A607-9494-2C81-49B0402A2AA1}"/>
              </a:ext>
            </a:extLst>
          </p:cNvPr>
          <p:cNvSpPr/>
          <p:nvPr/>
        </p:nvSpPr>
        <p:spPr>
          <a:xfrm>
            <a:off x="8366760" y="438912"/>
            <a:ext cx="327355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AI TOKENOMICS  /  EXECUTIVE BRIEF</a:t>
            </a:r>
          </a:p>
          <a:p>
            <a:pPr algn="r">
              <a:buNone/>
            </a:pPr>
            <a:r>
              <a:rPr lang="en-US" sz="100">
                <a:effectLst/>
              </a:rPr>
              <a:t> </a:t>
            </a:r>
            <a:endParaRPr lang="en-US"/>
          </a:p>
        </p:txBody>
      </p:sp>
      <p:sp>
        <p:nvSpPr>
          <p:cNvPr id="5461" name="Rectangle 5460">
            <a:extLst>
              <a:ext uri="{FF2B5EF4-FFF2-40B4-BE49-F238E27FC236}">
                <a16:creationId xmlns:a16="http://schemas.microsoft.com/office/drawing/2014/main" id="{A62D0060-CA81-981D-4D1E-CD1A1E45634B}"/>
              </a:ext>
            </a:extLst>
          </p:cNvPr>
          <p:cNvSpPr/>
          <p:nvPr/>
        </p:nvSpPr>
        <p:spPr>
          <a:xfrm>
            <a:off x="548640" y="987552"/>
            <a:ext cx="11091672"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a:solidFill>
                  <a:srgbClr val="172A3A"/>
                </a:solidFill>
                <a:effectLst/>
                <a:latin typeface="Arial" panose="020B0604020202020204" pitchFamily="34" charset="0"/>
              </a:rPr>
              <a:t>Separate evidence from planning assumptions</a:t>
            </a:r>
          </a:p>
          <a:p>
            <a:pPr algn="l">
              <a:buNone/>
            </a:pPr>
            <a:r>
              <a:rPr lang="en-US" sz="100">
                <a:effectLst/>
              </a:rPr>
              <a:t> </a:t>
            </a:r>
            <a:endParaRPr lang="en-US"/>
          </a:p>
        </p:txBody>
      </p:sp>
      <p:sp>
        <p:nvSpPr>
          <p:cNvPr id="5469" name="Rectangle 5468">
            <a:extLst>
              <a:ext uri="{FF2B5EF4-FFF2-40B4-BE49-F238E27FC236}">
                <a16:creationId xmlns:a16="http://schemas.microsoft.com/office/drawing/2014/main" id="{1FD6B9A8-F260-C59A-4F1D-BD4E33CE94C4}"/>
              </a:ext>
            </a:extLst>
          </p:cNvPr>
          <p:cNvSpPr/>
          <p:nvPr/>
        </p:nvSpPr>
        <p:spPr>
          <a:xfrm>
            <a:off x="548640" y="6016752"/>
            <a:ext cx="11064240" cy="3566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Sources: repository and Microsoft Learn links in notes • Accessed September 2026.</a:t>
            </a:r>
          </a:p>
          <a:p>
            <a:pPr algn="l">
              <a:buNone/>
            </a:pPr>
            <a:r>
              <a:rPr lang="en-US" sz="100">
                <a:effectLst/>
              </a:rPr>
              <a:t> </a:t>
            </a:r>
            <a:endParaRPr lang="en-US"/>
          </a:p>
        </p:txBody>
      </p:sp>
      <p:sp>
        <p:nvSpPr>
          <p:cNvPr id="5478" name="Rectangle 5477">
            <a:extLst>
              <a:ext uri="{FF2B5EF4-FFF2-40B4-BE49-F238E27FC236}">
                <a16:creationId xmlns:a16="http://schemas.microsoft.com/office/drawing/2014/main" id="{C1E4B6FF-36EB-F27F-3D12-840E65168EBF}"/>
              </a:ext>
            </a:extLst>
          </p:cNvPr>
          <p:cNvSpPr/>
          <p:nvPr/>
        </p:nvSpPr>
        <p:spPr>
          <a:xfrm>
            <a:off x="548640" y="6391656"/>
            <a:ext cx="987552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25666"/>
                </a:solidFill>
                <a:effectLst/>
                <a:latin typeface="Arial" panose="020B0604020202020204" pitchFamily="34" charset="0"/>
              </a:rPr>
              <a:t>Michael Yaacoub | Sr Solution Engineer</a:t>
            </a:r>
          </a:p>
          <a:p>
            <a:pPr algn="l">
              <a:buNone/>
            </a:pPr>
            <a:r>
              <a:rPr lang="en-US" sz="100">
                <a:effectLst/>
              </a:rPr>
              <a:t> </a:t>
            </a:r>
            <a:endParaRPr lang="en-US"/>
          </a:p>
        </p:txBody>
      </p:sp>
      <p:sp>
        <p:nvSpPr>
          <p:cNvPr id="5488" name="Rectangle 5487">
            <a:extLst>
              <a:ext uri="{FF2B5EF4-FFF2-40B4-BE49-F238E27FC236}">
                <a16:creationId xmlns:a16="http://schemas.microsoft.com/office/drawing/2014/main" id="{6C5F9236-5A96-DA84-D722-783F49634320}"/>
              </a:ext>
            </a:extLst>
          </p:cNvPr>
          <p:cNvSpPr/>
          <p:nvPr/>
        </p:nvSpPr>
        <p:spPr>
          <a:xfrm>
            <a:off x="11018520" y="6373368"/>
            <a:ext cx="594360"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425666"/>
                </a:solidFill>
                <a:effectLst/>
                <a:latin typeface="Arial" panose="020B0604020202020204" pitchFamily="34" charset="0"/>
              </a:rPr>
              <a:t>15</a:t>
            </a:r>
          </a:p>
          <a:p>
            <a:pPr algn="r">
              <a:buNone/>
            </a:pPr>
            <a:r>
              <a:rPr lang="en-US" sz="100">
                <a:effectLst/>
              </a:rPr>
              <a:t> </a:t>
            </a:r>
            <a:endParaRPr lang="en-US"/>
          </a:p>
        </p:txBody>
      </p:sp>
      <p:sp>
        <p:nvSpPr>
          <p:cNvPr id="5499" name="Rectangle 5498">
            <a:extLst>
              <a:ext uri="{FF2B5EF4-FFF2-40B4-BE49-F238E27FC236}">
                <a16:creationId xmlns:a16="http://schemas.microsoft.com/office/drawing/2014/main" id="{03353F0B-3D44-A49F-C7B5-F3EA6C6328A2}"/>
              </a:ext>
            </a:extLst>
          </p:cNvPr>
          <p:cNvSpPr/>
          <p:nvPr/>
        </p:nvSpPr>
        <p:spPr>
          <a:xfrm>
            <a:off x="548640" y="1755648"/>
            <a:ext cx="75163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2A3A"/>
                </a:solidFill>
                <a:effectLst/>
                <a:latin typeface="Arial" panose="020B0604020202020204" pitchFamily="34" charset="0"/>
              </a:rPr>
              <a:t>Repository concept</a:t>
            </a:r>
          </a:p>
          <a:p>
            <a:pPr algn="l">
              <a:buNone/>
            </a:pPr>
            <a:r>
              <a:rPr lang="en-US" sz="100">
                <a:effectLst/>
              </a:rPr>
              <a:t> </a:t>
            </a:r>
            <a:endParaRPr lang="en-US"/>
          </a:p>
        </p:txBody>
      </p:sp>
      <p:sp>
        <p:nvSpPr>
          <p:cNvPr id="5511" name="Rectangle 5510">
            <a:extLst>
              <a:ext uri="{FF2B5EF4-FFF2-40B4-BE49-F238E27FC236}">
                <a16:creationId xmlns:a16="http://schemas.microsoft.com/office/drawing/2014/main" id="{1982DDFC-8EFF-19A0-EB55-C60D16AB8517}"/>
              </a:ext>
            </a:extLst>
          </p:cNvPr>
          <p:cNvSpPr/>
          <p:nvPr/>
        </p:nvSpPr>
        <p:spPr>
          <a:xfrm>
            <a:off x="548640" y="2194560"/>
            <a:ext cx="7516368"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72A3A"/>
                </a:solidFill>
                <a:effectLst/>
                <a:latin typeface="Arial" panose="020B0604020202020204" pitchFamily="34" charset="0"/>
              </a:rPr>
              <a:t>Usage facts, price provenance and ML outputs.</a:t>
            </a:r>
          </a:p>
          <a:p>
            <a:pPr algn="l">
              <a:buNone/>
            </a:pPr>
            <a:r>
              <a:rPr lang="en-US" sz="1700">
                <a:solidFill>
                  <a:srgbClr val="172A3A"/>
                </a:solidFill>
                <a:effectLst/>
                <a:latin typeface="Arial" panose="020B0604020202020204" pitchFamily="34" charset="0"/>
              </a:rPr>
              <a:t>Not production-validated.</a:t>
            </a:r>
            <a:endParaRPr lang="en-US"/>
          </a:p>
        </p:txBody>
      </p:sp>
      <p:sp>
        <p:nvSpPr>
          <p:cNvPr id="5524" name="Rectangle 5523">
            <a:extLst>
              <a:ext uri="{FF2B5EF4-FFF2-40B4-BE49-F238E27FC236}">
                <a16:creationId xmlns:a16="http://schemas.microsoft.com/office/drawing/2014/main" id="{D040BBB4-5087-43D3-E4A6-13E62E69DB3B}"/>
              </a:ext>
            </a:extLst>
          </p:cNvPr>
          <p:cNvSpPr/>
          <p:nvPr/>
        </p:nvSpPr>
        <p:spPr>
          <a:xfrm>
            <a:off x="548640" y="2779776"/>
            <a:ext cx="7516368"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2A3A"/>
                </a:solidFill>
                <a:effectLst/>
                <a:latin typeface="Arial" panose="020B0604020202020204" pitchFamily="34" charset="0"/>
              </a:rPr>
              <a:t>GitHub: FabricIQ-FoundryIQ-CostOps-Docs</a:t>
            </a:r>
          </a:p>
          <a:p>
            <a:pPr algn="l">
              <a:buNone/>
            </a:pPr>
            <a:r>
              <a:rPr lang="en-US" sz="100">
                <a:effectLst/>
              </a:rPr>
              <a:t> </a:t>
            </a:r>
            <a:endParaRPr lang="en-US"/>
          </a:p>
        </p:txBody>
      </p:sp>
      <p:sp>
        <p:nvSpPr>
          <p:cNvPr id="5538" name="Rectangle 5537">
            <a:extLst>
              <a:ext uri="{FF2B5EF4-FFF2-40B4-BE49-F238E27FC236}">
                <a16:creationId xmlns:a16="http://schemas.microsoft.com/office/drawing/2014/main" id="{97266AC6-A677-9003-5044-4D4FB863DF43}"/>
              </a:ext>
            </a:extLst>
          </p:cNvPr>
          <p:cNvSpPr/>
          <p:nvPr/>
        </p:nvSpPr>
        <p:spPr>
          <a:xfrm>
            <a:off x="548640" y="3063240"/>
            <a:ext cx="75163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2A3A"/>
                </a:solidFill>
                <a:effectLst/>
                <a:latin typeface="Arial" panose="020B0604020202020204" pitchFamily="34" charset="0"/>
              </a:rPr>
              <a:t>Fabric integration</a:t>
            </a:r>
          </a:p>
          <a:p>
            <a:pPr algn="l">
              <a:buNone/>
            </a:pPr>
            <a:r>
              <a:rPr lang="en-US" sz="100">
                <a:effectLst/>
              </a:rPr>
              <a:t> </a:t>
            </a:r>
            <a:endParaRPr lang="en-US"/>
          </a:p>
        </p:txBody>
      </p:sp>
      <p:sp>
        <p:nvSpPr>
          <p:cNvPr id="5553" name="Rectangle 5552">
            <a:extLst>
              <a:ext uri="{FF2B5EF4-FFF2-40B4-BE49-F238E27FC236}">
                <a16:creationId xmlns:a16="http://schemas.microsoft.com/office/drawing/2014/main" id="{2A532E44-0627-616D-2F26-80F912215008}"/>
              </a:ext>
            </a:extLst>
          </p:cNvPr>
          <p:cNvSpPr/>
          <p:nvPr/>
        </p:nvSpPr>
        <p:spPr>
          <a:xfrm>
            <a:off x="548640" y="3502152"/>
            <a:ext cx="7516368"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72A3A"/>
                </a:solidFill>
                <a:effectLst/>
                <a:latin typeface="Arial" panose="020B0604020202020204" pitchFamily="34" charset="0"/>
              </a:rPr>
              <a:t>Delegated tool access and observability.</a:t>
            </a:r>
          </a:p>
          <a:p>
            <a:pPr algn="l">
              <a:buNone/>
            </a:pPr>
            <a:r>
              <a:rPr lang="en-US" sz="1700">
                <a:solidFill>
                  <a:srgbClr val="172A3A"/>
                </a:solidFill>
                <a:effectLst/>
                <a:latin typeface="Arial" panose="020B0604020202020204" pitchFamily="34" charset="0"/>
              </a:rPr>
              <a:t>Validate preview limits before commitment.</a:t>
            </a:r>
            <a:endParaRPr lang="en-US"/>
          </a:p>
        </p:txBody>
      </p:sp>
      <p:sp>
        <p:nvSpPr>
          <p:cNvPr id="5569" name="Rectangle 5568">
            <a:extLst>
              <a:ext uri="{FF2B5EF4-FFF2-40B4-BE49-F238E27FC236}">
                <a16:creationId xmlns:a16="http://schemas.microsoft.com/office/drawing/2014/main" id="{A3403205-4147-EC57-38DD-7693F9FB52ED}"/>
              </a:ext>
            </a:extLst>
          </p:cNvPr>
          <p:cNvSpPr/>
          <p:nvPr/>
        </p:nvSpPr>
        <p:spPr>
          <a:xfrm>
            <a:off x="548640" y="4087368"/>
            <a:ext cx="7516368" cy="2834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2A3A"/>
                </a:solidFill>
                <a:effectLst/>
                <a:latin typeface="Arial" panose="020B0604020202020204" pitchFamily="34" charset="0"/>
              </a:rPr>
              <a:t>Microsoft Learn: Fabric agent tool + observability</a:t>
            </a:r>
          </a:p>
          <a:p>
            <a:pPr algn="l">
              <a:buNone/>
            </a:pPr>
            <a:r>
              <a:rPr lang="en-US" sz="100">
                <a:effectLst/>
              </a:rPr>
              <a:t> </a:t>
            </a:r>
            <a:endParaRPr lang="en-US"/>
          </a:p>
        </p:txBody>
      </p:sp>
      <p:sp>
        <p:nvSpPr>
          <p:cNvPr id="5586" name="Rectangle 5585">
            <a:extLst>
              <a:ext uri="{FF2B5EF4-FFF2-40B4-BE49-F238E27FC236}">
                <a16:creationId xmlns:a16="http://schemas.microsoft.com/office/drawing/2014/main" id="{096C97F9-A24C-0F21-BB39-657CBD5D235C}"/>
              </a:ext>
            </a:extLst>
          </p:cNvPr>
          <p:cNvSpPr/>
          <p:nvPr/>
        </p:nvSpPr>
        <p:spPr>
          <a:xfrm>
            <a:off x="548640" y="4370832"/>
            <a:ext cx="7516368"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2A3A"/>
                </a:solidFill>
                <a:effectLst/>
                <a:latin typeface="Arial" panose="020B0604020202020204" pitchFamily="34" charset="0"/>
              </a:rPr>
              <a:t>APIM monitoring</a:t>
            </a:r>
          </a:p>
          <a:p>
            <a:pPr algn="l">
              <a:buNone/>
            </a:pPr>
            <a:r>
              <a:rPr lang="en-US" sz="100">
                <a:effectLst/>
              </a:rPr>
              <a:t> </a:t>
            </a:r>
            <a:endParaRPr lang="en-US"/>
          </a:p>
        </p:txBody>
      </p:sp>
      <p:sp>
        <p:nvSpPr>
          <p:cNvPr id="5604" name="Rectangle 5603">
            <a:extLst>
              <a:ext uri="{FF2B5EF4-FFF2-40B4-BE49-F238E27FC236}">
                <a16:creationId xmlns:a16="http://schemas.microsoft.com/office/drawing/2014/main" id="{1725FF06-8764-4C2D-1F84-5E46043F7071}"/>
              </a:ext>
            </a:extLst>
          </p:cNvPr>
          <p:cNvSpPr/>
          <p:nvPr/>
        </p:nvSpPr>
        <p:spPr>
          <a:xfrm>
            <a:off x="548640" y="4809744"/>
            <a:ext cx="7516368"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72A3A"/>
                </a:solidFill>
                <a:effectLst/>
                <a:latin typeface="Arial" panose="020B0604020202020204" pitchFamily="34" charset="0"/>
              </a:rPr>
              <a:t>Gateway logs can reach Log Analytics.</a:t>
            </a:r>
          </a:p>
          <a:p>
            <a:pPr algn="l">
              <a:buNone/>
            </a:pPr>
            <a:r>
              <a:rPr lang="en-US" sz="1700">
                <a:solidFill>
                  <a:srgbClr val="172A3A"/>
                </a:solidFill>
                <a:effectLst/>
                <a:latin typeface="Arial" panose="020B0604020202020204" pitchFamily="34" charset="0"/>
              </a:rPr>
              <a:t>Caller attribution requires configuration.</a:t>
            </a:r>
            <a:endParaRPr lang="en-US"/>
          </a:p>
        </p:txBody>
      </p:sp>
      <p:sp>
        <p:nvSpPr>
          <p:cNvPr id="5623" name="Rectangle 5622">
            <a:extLst>
              <a:ext uri="{FF2B5EF4-FFF2-40B4-BE49-F238E27FC236}">
                <a16:creationId xmlns:a16="http://schemas.microsoft.com/office/drawing/2014/main" id="{B312E0F7-857A-1466-CAEB-C67868EE5CD2}"/>
              </a:ext>
            </a:extLst>
          </p:cNvPr>
          <p:cNvSpPr/>
          <p:nvPr/>
        </p:nvSpPr>
        <p:spPr>
          <a:xfrm>
            <a:off x="548640" y="5394960"/>
            <a:ext cx="751636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2A3A"/>
                </a:solidFill>
                <a:effectLst/>
                <a:latin typeface="Arial" panose="020B0604020202020204" pitchFamily="34" charset="0"/>
              </a:rPr>
              <a:t>Microsoft Learn: APIM monitoring + log schema</a:t>
            </a:r>
          </a:p>
          <a:p>
            <a:pPr algn="l">
              <a:buNone/>
            </a:pPr>
            <a:r>
              <a:rPr lang="en-US" sz="100">
                <a:effectLst/>
              </a:rPr>
              <a:t> </a:t>
            </a:r>
            <a:endParaRPr lang="en-US"/>
          </a:p>
        </p:txBody>
      </p:sp>
    </p:spTree>
    <p:extLst>
      <p:ext uri="{BB962C8B-B14F-4D97-AF65-F5344CB8AC3E}">
        <p14:creationId xmlns:p14="http://schemas.microsoft.com/office/powerpoint/2010/main" val="2869595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4858</Words>
  <Application>Microsoft Office PowerPoint</Application>
  <PresentationFormat>Widescreen</PresentationFormat>
  <Paragraphs>558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Michael Yaacoub</cp:lastModifiedBy>
  <cp:revision>38</cp:revision>
  <dcterms:created xsi:type="dcterms:W3CDTF">2026-09-24T17:15:48Z</dcterms:created>
  <dcterms:modified xsi:type="dcterms:W3CDTF">2026-09-24T17:39:28Z</dcterms:modified>
  <cp:category/>
</cp:coreProperties>
</file>